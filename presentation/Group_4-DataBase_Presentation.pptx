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0" r:id="rId4"/>
    <p:sldMasterId id="214748373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IBM Plex Sans"/>
      <p:regular r:id="rId27"/>
      <p:bold r:id="rId28"/>
      <p:italic r:id="rId29"/>
      <p:boldItalic r:id="rId30"/>
    </p:embeddedFont>
    <p:embeddedFont>
      <p:font typeface="IBM Plex Sans Light"/>
      <p:regular r:id="rId31"/>
      <p:bold r:id="rId32"/>
      <p:italic r:id="rId33"/>
      <p:boldItalic r:id="rId34"/>
    </p:embeddedFont>
    <p:embeddedFont>
      <p:font typeface="IBM Plex Sans Medium"/>
      <p:regular r:id="rId35"/>
      <p:bold r:id="rId36"/>
      <p:italic r:id="rId37"/>
      <p:boldItalic r:id="rId38"/>
    </p:embeddedFont>
    <p:embeddedFont>
      <p:font typeface="Roboto Mono"/>
      <p:regular r:id="rId39"/>
      <p:bold r:id="rId40"/>
      <p:italic r:id="rId41"/>
      <p:boldItalic r:id="rId42"/>
    </p:embeddedFont>
    <p:embeddedFont>
      <p:font typeface="IBM Plex Sans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4.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6.xml"/><Relationship Id="rId44" Type="http://schemas.openxmlformats.org/officeDocument/2006/relationships/font" Target="fonts/IBMPlexSansSemiBold-bold.fntdata"/><Relationship Id="rId21" Type="http://schemas.openxmlformats.org/officeDocument/2006/relationships/slide" Target="slides/slide15.xml"/><Relationship Id="rId43" Type="http://schemas.openxmlformats.org/officeDocument/2006/relationships/font" Target="fonts/IBMPlexSansSemiBold-regular.fntdata"/><Relationship Id="rId24" Type="http://schemas.openxmlformats.org/officeDocument/2006/relationships/slide" Target="slides/slide18.xml"/><Relationship Id="rId46" Type="http://schemas.openxmlformats.org/officeDocument/2006/relationships/font" Target="fonts/IBMPlexSansSemiBold-boldItalic.fntdata"/><Relationship Id="rId23" Type="http://schemas.openxmlformats.org/officeDocument/2006/relationships/slide" Target="slides/slide17.xml"/><Relationship Id="rId45" Type="http://schemas.openxmlformats.org/officeDocument/2006/relationships/font" Target="fonts/IBMPlexSans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BMPlexSans-bold.fntdata"/><Relationship Id="rId27" Type="http://schemas.openxmlformats.org/officeDocument/2006/relationships/font" Target="fonts/IBMPlex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BMPlexSans-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Light-regular.fntdata"/><Relationship Id="rId30" Type="http://schemas.openxmlformats.org/officeDocument/2006/relationships/font" Target="fonts/IBMPlexSans-boldItalic.fntdata"/><Relationship Id="rId11" Type="http://schemas.openxmlformats.org/officeDocument/2006/relationships/slide" Target="slides/slide5.xml"/><Relationship Id="rId33" Type="http://schemas.openxmlformats.org/officeDocument/2006/relationships/font" Target="fonts/IBMPlexSansLight-italic.fntdata"/><Relationship Id="rId10" Type="http://schemas.openxmlformats.org/officeDocument/2006/relationships/slide" Target="slides/slide4.xml"/><Relationship Id="rId32" Type="http://schemas.openxmlformats.org/officeDocument/2006/relationships/font" Target="fonts/IBMPlexSansLight-bold.fntdata"/><Relationship Id="rId13" Type="http://schemas.openxmlformats.org/officeDocument/2006/relationships/slide" Target="slides/slide7.xml"/><Relationship Id="rId35" Type="http://schemas.openxmlformats.org/officeDocument/2006/relationships/font" Target="fonts/IBMPlexSansMedium-regular.fntdata"/><Relationship Id="rId12" Type="http://schemas.openxmlformats.org/officeDocument/2006/relationships/slide" Target="slides/slide6.xml"/><Relationship Id="rId34" Type="http://schemas.openxmlformats.org/officeDocument/2006/relationships/font" Target="fonts/IBMPlexSansLight-boldItalic.fntdata"/><Relationship Id="rId15" Type="http://schemas.openxmlformats.org/officeDocument/2006/relationships/slide" Target="slides/slide9.xml"/><Relationship Id="rId37" Type="http://schemas.openxmlformats.org/officeDocument/2006/relationships/font" Target="fonts/IBMPlexSansMedium-italic.fntdata"/><Relationship Id="rId14" Type="http://schemas.openxmlformats.org/officeDocument/2006/relationships/slide" Target="slides/slide8.xml"/><Relationship Id="rId36" Type="http://schemas.openxmlformats.org/officeDocument/2006/relationships/font" Target="fonts/IBMPlexSansMedium-bold.fntdata"/><Relationship Id="rId17" Type="http://schemas.openxmlformats.org/officeDocument/2006/relationships/slide" Target="slides/slide11.xml"/><Relationship Id="rId39" Type="http://schemas.openxmlformats.org/officeDocument/2006/relationships/font" Target="fonts/RobotoMono-regular.fntdata"/><Relationship Id="rId16" Type="http://schemas.openxmlformats.org/officeDocument/2006/relationships/slide" Target="slides/slide10.xml"/><Relationship Id="rId38" Type="http://schemas.openxmlformats.org/officeDocument/2006/relationships/font" Target="fonts/IBMPlexSansMedium-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h29a54d3c5501bc2b_1_18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h29a54d3c5501bc2b_1_18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h29a54d3c5501bc2b_1_2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h29a54d3c5501bc2b_1_2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h29a54d3c5501bc2b_1_4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h29a54d3c5501bc2b_1_4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h29a54d3c5501bc2b_1_6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h29a54d3c5501bc2b_1_6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h29a54d3c5501bc2b_1_10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h29a54d3c5501bc2b_1_10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h29a54d3c5501bc2b_1_12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h29a54d3c5501bc2b_1_12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h5d86b0ef29cdfd3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h5d86b0ef29cdfd3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h5d86b0ef29cdfd3c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h5d86b0ef29cdfd3c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h5d86b0ef29cdfd3c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h5d86b0ef29cdfd3c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h5d86b0ef29cdfd3c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h5d86b0ef29cdfd3c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h5d86b0ef29cdfd3c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h5d86b0ef29cdfd3c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h5d86b0ef29cdfd3c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h5d86b0ef29cdfd3c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h7d2f76a62dd7dd8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h7d2f76a62dd7dd8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h5d86b0ef29cdfd3c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0" name="Google Shape;1250;h5d86b0ef29cdfd3c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h5d86b0ef29cdfd3c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h5d86b0ef29cdfd3c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h7d2f76a62dd7dd8c_5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h7d2f76a62dd7dd8c_5_4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h7d2f76a62dd7dd8c_5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h7d2f76a62dd7dd8c_5_4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h7d2f76a62dd7dd8c_5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h7d2f76a62dd7dd8c_5_45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h7d2f76a62dd7dd8c_5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h7d2f76a62dd7dd8c_5_46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h29a54d3c5501bc2b_1_20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h29a54d3c5501bc2b_1_20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sp>
        <p:nvSpPr>
          <p:cNvPr id="11" name="Google Shape;11;p2"/>
          <p:cNvSpPr/>
          <p:nvPr/>
        </p:nvSpPr>
        <p:spPr>
          <a:xfrm rot="-5400000">
            <a:off x="5097975" y="1801250"/>
            <a:ext cx="8097300" cy="8097300"/>
          </a:xfrm>
          <a:prstGeom prst="arc">
            <a:avLst>
              <a:gd fmla="val 168012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Light"/>
                <a:ea typeface="IBM Plex Sans Light"/>
                <a:cs typeface="IBM Plex Sans Light"/>
                <a:sym typeface="IBM Plex Sans Light"/>
              </a:rPr>
              <a:t> </a:t>
            </a:r>
            <a:endParaRPr>
              <a:solidFill>
                <a:schemeClr val="accent6"/>
              </a:solidFill>
              <a:latin typeface="IBM Plex Sans Light"/>
              <a:ea typeface="IBM Plex Sans Light"/>
              <a:cs typeface="IBM Plex Sans Light"/>
              <a:sym typeface="IBM Plex Sans Light"/>
            </a:endParaRPr>
          </a:p>
        </p:txBody>
      </p:sp>
      <p:sp>
        <p:nvSpPr>
          <p:cNvPr id="12" name="Google Shape;12;p2"/>
          <p:cNvSpPr/>
          <p:nvPr/>
        </p:nvSpPr>
        <p:spPr>
          <a:xfrm rot="-5400000">
            <a:off x="6469500" y="3176690"/>
            <a:ext cx="5354400" cy="5354700"/>
          </a:xfrm>
          <a:prstGeom prst="arc">
            <a:avLst>
              <a:gd fmla="val 17122104"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Light"/>
                <a:ea typeface="IBM Plex Sans Light"/>
                <a:cs typeface="IBM Plex Sans Light"/>
                <a:sym typeface="IBM Plex Sans Light"/>
              </a:rPr>
              <a:t> </a:t>
            </a:r>
            <a:endParaRPr>
              <a:solidFill>
                <a:schemeClr val="accent6"/>
              </a:solidFill>
              <a:latin typeface="IBM Plex Sans Light"/>
              <a:ea typeface="IBM Plex Sans Light"/>
              <a:cs typeface="IBM Plex Sans Light"/>
              <a:sym typeface="IBM Plex Sans Light"/>
            </a:endParaRPr>
          </a:p>
        </p:txBody>
      </p:sp>
      <p:sp>
        <p:nvSpPr>
          <p:cNvPr id="13" name="Google Shape;13;p2"/>
          <p:cNvSpPr/>
          <p:nvPr/>
        </p:nvSpPr>
        <p:spPr>
          <a:xfrm rot="-5400000">
            <a:off x="7851600" y="4554800"/>
            <a:ext cx="2590200" cy="2590500"/>
          </a:xfrm>
          <a:prstGeom prst="arc">
            <a:avLst>
              <a:gd fmla="val 181791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cxnSp>
        <p:nvCxnSpPr>
          <p:cNvPr id="14" name="Google Shape;14;p2"/>
          <p:cNvCxnSpPr/>
          <p:nvPr/>
        </p:nvCxnSpPr>
        <p:spPr>
          <a:xfrm>
            <a:off x="-3700" y="3178475"/>
            <a:ext cx="9144000" cy="0"/>
          </a:xfrm>
          <a:prstGeom prst="straightConnector1">
            <a:avLst/>
          </a:prstGeom>
          <a:noFill/>
          <a:ln cap="flat" cmpd="sng" w="9525">
            <a:solidFill>
              <a:schemeClr val="accent1"/>
            </a:solidFill>
            <a:prstDash val="solid"/>
            <a:round/>
            <a:headEnd len="med" w="med" type="none"/>
            <a:tailEnd len="med" w="med" type="none"/>
          </a:ln>
        </p:spPr>
      </p:cxnSp>
      <p:cxnSp>
        <p:nvCxnSpPr>
          <p:cNvPr id="15" name="Google Shape;15;p2"/>
          <p:cNvCxnSpPr/>
          <p:nvPr/>
        </p:nvCxnSpPr>
        <p:spPr>
          <a:xfrm>
            <a:off x="-3700" y="4555450"/>
            <a:ext cx="9144000" cy="0"/>
          </a:xfrm>
          <a:prstGeom prst="straightConnector1">
            <a:avLst/>
          </a:prstGeom>
          <a:noFill/>
          <a:ln cap="flat" cmpd="sng" w="9525">
            <a:solidFill>
              <a:schemeClr val="accent1"/>
            </a:solidFill>
            <a:prstDash val="solid"/>
            <a:round/>
            <a:headEnd len="med" w="med" type="none"/>
            <a:tailEnd len="med" w="med" type="none"/>
          </a:ln>
        </p:spPr>
      </p:cxnSp>
      <p:sp>
        <p:nvSpPr>
          <p:cNvPr id="16" name="Google Shape;16;p2"/>
          <p:cNvSpPr/>
          <p:nvPr/>
        </p:nvSpPr>
        <p:spPr>
          <a:xfrm>
            <a:off x="-704795" y="3178455"/>
            <a:ext cx="1377000" cy="1377000"/>
          </a:xfrm>
          <a:prstGeom prst="arc">
            <a:avLst>
              <a:gd fmla="val 16292481" name="adj1"/>
              <a:gd fmla="val 5314968"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7" name="Google Shape;17;p2"/>
          <p:cNvSpPr/>
          <p:nvPr/>
        </p:nvSpPr>
        <p:spPr>
          <a:xfrm rot="10800000">
            <a:off x="8451707" y="1801501"/>
            <a:ext cx="1377000" cy="1377000"/>
          </a:xfrm>
          <a:prstGeom prst="arc">
            <a:avLst>
              <a:gd fmla="val 16200000" name="adj1"/>
              <a:gd fmla="val 543129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8" name="Google Shape;18;p2"/>
          <p:cNvSpPr/>
          <p:nvPr/>
        </p:nvSpPr>
        <p:spPr>
          <a:xfrm rot="-5400000">
            <a:off x="5151857" y="4555451"/>
            <a:ext cx="1377000" cy="1377000"/>
          </a:xfrm>
          <a:prstGeom prst="arc">
            <a:avLst>
              <a:gd fmla="val 16691316" name="adj1"/>
              <a:gd fmla="val 4902631"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Light"/>
              <a:ea typeface="IBM Plex Sans Light"/>
              <a:cs typeface="IBM Plex Sans Light"/>
              <a:sym typeface="IBM Plex Sans Light"/>
            </a:endParaRPr>
          </a:p>
        </p:txBody>
      </p:sp>
      <p:sp>
        <p:nvSpPr>
          <p:cNvPr id="19" name="Google Shape;19;p2"/>
          <p:cNvSpPr txBox="1"/>
          <p:nvPr>
            <p:ph type="title"/>
          </p:nvPr>
        </p:nvSpPr>
        <p:spPr>
          <a:xfrm>
            <a:off x="436725" y="713744"/>
            <a:ext cx="4182300" cy="1726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20" name="Google Shape;20;p2"/>
          <p:cNvSpPr txBox="1"/>
          <p:nvPr>
            <p:ph idx="1" type="subTitle"/>
          </p:nvPr>
        </p:nvSpPr>
        <p:spPr>
          <a:xfrm>
            <a:off x="436725" y="4683700"/>
            <a:ext cx="4346700" cy="228600"/>
          </a:xfrm>
          <a:prstGeom prst="rect">
            <a:avLst/>
          </a:prstGeom>
        </p:spPr>
        <p:txBody>
          <a:bodyPr anchorCtr="0" anchor="b" bIns="0" lIns="0" spcFirstLastPara="1" rIns="91425" wrap="square" tIns="91425">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cxnSp>
        <p:nvCxnSpPr>
          <p:cNvPr id="21" name="Google Shape;21;p2"/>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2" name="Google Shape;22;p2"/>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23" name="Google Shape;23;p2"/>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
    <p:spTree>
      <p:nvGrpSpPr>
        <p:cNvPr id="24" name="Shape 24"/>
        <p:cNvGrpSpPr/>
        <p:nvPr/>
      </p:nvGrpSpPr>
      <p:grpSpPr>
        <a:xfrm>
          <a:off x="0" y="0"/>
          <a:ext cx="0" cy="0"/>
          <a:chOff x="0" y="0"/>
          <a:chExt cx="0" cy="0"/>
        </a:xfrm>
      </p:grpSpPr>
      <p:sp>
        <p:nvSpPr>
          <p:cNvPr id="25" name="Google Shape;25;p3"/>
          <p:cNvSpPr txBox="1"/>
          <p:nvPr>
            <p:ph type="title"/>
          </p:nvPr>
        </p:nvSpPr>
        <p:spPr>
          <a:xfrm>
            <a:off x="436725" y="457200"/>
            <a:ext cx="7690800" cy="5877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cxnSp>
        <p:nvCxnSpPr>
          <p:cNvPr id="26" name="Google Shape;26;p3"/>
          <p:cNvCxnSpPr/>
          <p:nvPr/>
        </p:nvCxnSpPr>
        <p:spPr>
          <a:xfrm>
            <a:off x="-9" y="1798332"/>
            <a:ext cx="9166500" cy="0"/>
          </a:xfrm>
          <a:prstGeom prst="straightConnector1">
            <a:avLst/>
          </a:prstGeom>
          <a:noFill/>
          <a:ln cap="flat" cmpd="sng" w="9525">
            <a:solidFill>
              <a:schemeClr val="accent1"/>
            </a:solidFill>
            <a:prstDash val="solid"/>
            <a:round/>
            <a:headEnd len="med" w="med" type="none"/>
            <a:tailEnd len="med" w="med" type="none"/>
          </a:ln>
        </p:spPr>
      </p:cxnSp>
      <p:sp>
        <p:nvSpPr>
          <p:cNvPr id="27" name="Google Shape;27;p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28" name="Google Shape;28;p3"/>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9" name="Google Shape;29;p3"/>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30" name="Google Shape;30;p3"/>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lt2"/>
        </a:solidFill>
      </p:bgPr>
    </p:bg>
    <p:spTree>
      <p:nvGrpSpPr>
        <p:cNvPr id="31" name="Shape 31"/>
        <p:cNvGrpSpPr/>
        <p:nvPr/>
      </p:nvGrpSpPr>
      <p:grpSpPr>
        <a:xfrm>
          <a:off x="0" y="0"/>
          <a:ext cx="0" cy="0"/>
          <a:chOff x="0" y="0"/>
          <a:chExt cx="0" cy="0"/>
        </a:xfrm>
      </p:grpSpPr>
      <p:sp>
        <p:nvSpPr>
          <p:cNvPr id="32" name="Google Shape;32;p4"/>
          <p:cNvSpPr txBox="1"/>
          <p:nvPr>
            <p:ph idx="1" type="subTitle"/>
          </p:nvPr>
        </p:nvSpPr>
        <p:spPr>
          <a:xfrm>
            <a:off x="436725" y="2248775"/>
            <a:ext cx="19869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33" name="Google Shape;33;p4"/>
          <p:cNvSpPr txBox="1"/>
          <p:nvPr>
            <p:ph type="title"/>
          </p:nvPr>
        </p:nvSpPr>
        <p:spPr>
          <a:xfrm>
            <a:off x="436725" y="457200"/>
            <a:ext cx="82302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34" name="Google Shape;34;p4"/>
          <p:cNvSpPr txBox="1"/>
          <p:nvPr>
            <p:ph idx="2" type="subTitle"/>
          </p:nvPr>
        </p:nvSpPr>
        <p:spPr>
          <a:xfrm>
            <a:off x="3527938" y="2248775"/>
            <a:ext cx="19869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35" name="Google Shape;35;p4"/>
          <p:cNvSpPr txBox="1"/>
          <p:nvPr>
            <p:ph idx="3" type="subTitle"/>
          </p:nvPr>
        </p:nvSpPr>
        <p:spPr>
          <a:xfrm>
            <a:off x="6461650" y="2248775"/>
            <a:ext cx="19869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36" name="Google Shape;36;p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37" name="Google Shape;37;p4"/>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38" name="Google Shape;38;p4"/>
          <p:cNvSpPr txBox="1"/>
          <p:nvPr>
            <p:ph idx="4"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9" name="Google Shape;39;p4"/>
          <p:cNvSpPr txBox="1"/>
          <p:nvPr>
            <p:ph idx="5"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40" name="Google Shape;40;p4"/>
          <p:cNvSpPr txBox="1"/>
          <p:nvPr>
            <p:ph idx="6" type="body"/>
          </p:nvPr>
        </p:nvSpPr>
        <p:spPr>
          <a:xfrm>
            <a:off x="436725" y="3086800"/>
            <a:ext cx="1986900" cy="1825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41" name="Google Shape;41;p4"/>
          <p:cNvSpPr txBox="1"/>
          <p:nvPr>
            <p:ph idx="7" type="body"/>
          </p:nvPr>
        </p:nvSpPr>
        <p:spPr>
          <a:xfrm>
            <a:off x="3528025" y="3086800"/>
            <a:ext cx="1986900" cy="1825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42" name="Google Shape;42;p4"/>
          <p:cNvSpPr txBox="1"/>
          <p:nvPr>
            <p:ph idx="8" type="body"/>
          </p:nvPr>
        </p:nvSpPr>
        <p:spPr>
          <a:xfrm>
            <a:off x="6461575" y="3086800"/>
            <a:ext cx="1986900" cy="1825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_1">
    <p:bg>
      <p:bgPr>
        <a:solidFill>
          <a:schemeClr val="dk2"/>
        </a:solidFill>
      </p:bgPr>
    </p:bg>
    <p:spTree>
      <p:nvGrpSpPr>
        <p:cNvPr id="43" name="Shape 43"/>
        <p:cNvGrpSpPr/>
        <p:nvPr/>
      </p:nvGrpSpPr>
      <p:grpSpPr>
        <a:xfrm>
          <a:off x="0" y="0"/>
          <a:ext cx="0" cy="0"/>
          <a:chOff x="0" y="0"/>
          <a:chExt cx="0" cy="0"/>
        </a:xfrm>
      </p:grpSpPr>
      <p:sp>
        <p:nvSpPr>
          <p:cNvPr id="44" name="Google Shape;44;p5"/>
          <p:cNvSpPr/>
          <p:nvPr/>
        </p:nvSpPr>
        <p:spPr>
          <a:xfrm flipH="1" rot="5400000">
            <a:off x="-2420625" y="3029200"/>
            <a:ext cx="7621800" cy="7621800"/>
          </a:xfrm>
          <a:prstGeom prst="arc">
            <a:avLst>
              <a:gd fmla="val 17782811" name="adj1"/>
              <a:gd fmla="val 12896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45" name="Google Shape;45;p5"/>
          <p:cNvSpPr txBox="1"/>
          <p:nvPr>
            <p:ph type="title"/>
          </p:nvPr>
        </p:nvSpPr>
        <p:spPr>
          <a:xfrm>
            <a:off x="436725" y="647525"/>
            <a:ext cx="27180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46" name="Google Shape;46;p5"/>
          <p:cNvSpPr txBox="1"/>
          <p:nvPr>
            <p:ph idx="1" type="subTitle"/>
          </p:nvPr>
        </p:nvSpPr>
        <p:spPr>
          <a:xfrm>
            <a:off x="6444950" y="72827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47" name="Google Shape;47;p5"/>
          <p:cNvSpPr/>
          <p:nvPr/>
        </p:nvSpPr>
        <p:spPr>
          <a:xfrm flipH="1">
            <a:off x="53468" y="3098413"/>
            <a:ext cx="1296900" cy="12969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cxnSp>
        <p:nvCxnSpPr>
          <p:cNvPr id="48" name="Google Shape;48;p5"/>
          <p:cNvCxnSpPr/>
          <p:nvPr/>
        </p:nvCxnSpPr>
        <p:spPr>
          <a:xfrm rot="10800000">
            <a:off x="1390200" y="4326200"/>
            <a:ext cx="7753800" cy="0"/>
          </a:xfrm>
          <a:prstGeom prst="straightConnector1">
            <a:avLst/>
          </a:prstGeom>
          <a:noFill/>
          <a:ln cap="flat" cmpd="sng" w="9525">
            <a:solidFill>
              <a:schemeClr val="lt2"/>
            </a:solidFill>
            <a:prstDash val="solid"/>
            <a:round/>
            <a:headEnd len="med" w="med" type="none"/>
            <a:tailEnd len="med" w="med" type="none"/>
          </a:ln>
        </p:spPr>
      </p:cxnSp>
      <p:sp>
        <p:nvSpPr>
          <p:cNvPr id="49" name="Google Shape;49;p5"/>
          <p:cNvSpPr/>
          <p:nvPr/>
        </p:nvSpPr>
        <p:spPr>
          <a:xfrm flipH="1" rot="5400000">
            <a:off x="-1129814" y="4323837"/>
            <a:ext cx="5040000" cy="5040300"/>
          </a:xfrm>
          <a:prstGeom prst="arc">
            <a:avLst>
              <a:gd fmla="val 18735356" name="adj1"/>
              <a:gd fmla="val 2015187"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50" name="Google Shape;50;p5"/>
          <p:cNvSpPr/>
          <p:nvPr/>
        </p:nvSpPr>
        <p:spPr>
          <a:xfrm flipH="1" rot="5400000">
            <a:off x="3295500" y="4326000"/>
            <a:ext cx="1299900" cy="1299900"/>
          </a:xfrm>
          <a:prstGeom prst="arc">
            <a:avLst>
              <a:gd fmla="val 15272596" name="adj1"/>
              <a:gd fmla="val 631588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51" name="Google Shape;51;p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52" name="Google Shape;52;p5"/>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53" name="Google Shape;53;p5"/>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54" name="Google Shape;54;p5"/>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55" name="Google Shape;55;p5"/>
          <p:cNvSpPr txBox="1"/>
          <p:nvPr>
            <p:ph idx="4" type="subTitle"/>
          </p:nvPr>
        </p:nvSpPr>
        <p:spPr>
          <a:xfrm>
            <a:off x="6444950" y="123522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6" name="Google Shape;56;p5"/>
          <p:cNvSpPr txBox="1"/>
          <p:nvPr>
            <p:ph idx="5" type="subTitle"/>
          </p:nvPr>
        </p:nvSpPr>
        <p:spPr>
          <a:xfrm>
            <a:off x="6444950" y="174217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7" name="Google Shape;57;p5"/>
          <p:cNvSpPr txBox="1"/>
          <p:nvPr>
            <p:ph idx="6" type="subTitle"/>
          </p:nvPr>
        </p:nvSpPr>
        <p:spPr>
          <a:xfrm>
            <a:off x="6444950" y="224912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8" name="Google Shape;58;p5"/>
          <p:cNvSpPr txBox="1"/>
          <p:nvPr>
            <p:ph idx="7" type="subTitle"/>
          </p:nvPr>
        </p:nvSpPr>
        <p:spPr>
          <a:xfrm>
            <a:off x="6444950" y="275607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59" name="Google Shape;59;p5"/>
          <p:cNvSpPr txBox="1"/>
          <p:nvPr>
            <p:ph idx="8" type="subTitle"/>
          </p:nvPr>
        </p:nvSpPr>
        <p:spPr>
          <a:xfrm>
            <a:off x="6444950" y="3263025"/>
            <a:ext cx="22221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0" name="Google Shape;60;p5"/>
          <p:cNvSpPr txBox="1"/>
          <p:nvPr>
            <p:ph idx="9" type="subTitle"/>
          </p:nvPr>
        </p:nvSpPr>
        <p:spPr>
          <a:xfrm>
            <a:off x="6080700" y="72827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1" name="Google Shape;61;p5"/>
          <p:cNvSpPr txBox="1"/>
          <p:nvPr>
            <p:ph idx="13" type="subTitle"/>
          </p:nvPr>
        </p:nvSpPr>
        <p:spPr>
          <a:xfrm>
            <a:off x="6080700" y="123522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2" name="Google Shape;62;p5"/>
          <p:cNvSpPr txBox="1"/>
          <p:nvPr>
            <p:ph idx="14" type="subTitle"/>
          </p:nvPr>
        </p:nvSpPr>
        <p:spPr>
          <a:xfrm>
            <a:off x="6080700" y="174217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3" name="Google Shape;63;p5"/>
          <p:cNvSpPr txBox="1"/>
          <p:nvPr>
            <p:ph idx="15" type="subTitle"/>
          </p:nvPr>
        </p:nvSpPr>
        <p:spPr>
          <a:xfrm>
            <a:off x="6080700" y="224912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4" name="Google Shape;64;p5"/>
          <p:cNvSpPr txBox="1"/>
          <p:nvPr>
            <p:ph idx="16" type="subTitle"/>
          </p:nvPr>
        </p:nvSpPr>
        <p:spPr>
          <a:xfrm>
            <a:off x="6080700" y="275607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65" name="Google Shape;65;p5"/>
          <p:cNvSpPr txBox="1"/>
          <p:nvPr>
            <p:ph idx="17" type="subTitle"/>
          </p:nvPr>
        </p:nvSpPr>
        <p:spPr>
          <a:xfrm>
            <a:off x="6080700" y="3263025"/>
            <a:ext cx="306600" cy="291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4">
    <p:bg>
      <p:bgPr>
        <a:solidFill>
          <a:schemeClr val="lt2"/>
        </a:solidFill>
      </p:bgPr>
    </p:bg>
    <p:spTree>
      <p:nvGrpSpPr>
        <p:cNvPr id="66" name="Shape 66"/>
        <p:cNvGrpSpPr/>
        <p:nvPr/>
      </p:nvGrpSpPr>
      <p:grpSpPr>
        <a:xfrm>
          <a:off x="0" y="0"/>
          <a:ext cx="0" cy="0"/>
          <a:chOff x="0" y="0"/>
          <a:chExt cx="0" cy="0"/>
        </a:xfrm>
      </p:grpSpPr>
      <p:sp>
        <p:nvSpPr>
          <p:cNvPr id="67" name="Google Shape;67;p6"/>
          <p:cNvSpPr/>
          <p:nvPr/>
        </p:nvSpPr>
        <p:spPr>
          <a:xfrm flipH="1" rot="-5400205">
            <a:off x="3801104" y="-3647425"/>
            <a:ext cx="5040000" cy="5040600"/>
          </a:xfrm>
          <a:prstGeom prst="arc">
            <a:avLst>
              <a:gd fmla="val 17789929" name="adj1"/>
              <a:gd fmla="val 381151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cxnSp>
        <p:nvCxnSpPr>
          <p:cNvPr id="68" name="Google Shape;68;p6"/>
          <p:cNvCxnSpPr/>
          <p:nvPr/>
        </p:nvCxnSpPr>
        <p:spPr>
          <a:xfrm>
            <a:off x="-9" y="1392875"/>
            <a:ext cx="9166500" cy="0"/>
          </a:xfrm>
          <a:prstGeom prst="straightConnector1">
            <a:avLst/>
          </a:prstGeom>
          <a:noFill/>
          <a:ln cap="flat" cmpd="sng" w="9525">
            <a:solidFill>
              <a:schemeClr val="accent1"/>
            </a:solidFill>
            <a:prstDash val="solid"/>
            <a:round/>
            <a:headEnd len="med" w="med" type="none"/>
            <a:tailEnd len="med" w="med" type="none"/>
          </a:ln>
        </p:spPr>
      </p:cxnSp>
      <p:sp>
        <p:nvSpPr>
          <p:cNvPr id="69" name="Google Shape;69;p6"/>
          <p:cNvSpPr/>
          <p:nvPr>
            <p:ph idx="2" type="pic"/>
          </p:nvPr>
        </p:nvSpPr>
        <p:spPr>
          <a:xfrm>
            <a:off x="440400" y="1725300"/>
            <a:ext cx="1269600" cy="1269000"/>
          </a:xfrm>
          <a:prstGeom prst="roundRect">
            <a:avLst>
              <a:gd fmla="val 50000" name="adj"/>
            </a:avLst>
          </a:prstGeom>
          <a:noFill/>
          <a:ln>
            <a:noFill/>
          </a:ln>
        </p:spPr>
      </p:sp>
      <p:sp>
        <p:nvSpPr>
          <p:cNvPr id="70" name="Google Shape;70;p6"/>
          <p:cNvSpPr txBox="1"/>
          <p:nvPr>
            <p:ph type="title"/>
          </p:nvPr>
        </p:nvSpPr>
        <p:spPr>
          <a:xfrm>
            <a:off x="436725" y="457200"/>
            <a:ext cx="40884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71" name="Google Shape;71;p6"/>
          <p:cNvSpPr txBox="1"/>
          <p:nvPr>
            <p:ph idx="1" type="body"/>
          </p:nvPr>
        </p:nvSpPr>
        <p:spPr>
          <a:xfrm>
            <a:off x="436800"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Char char="●"/>
              <a:defRPr>
                <a:solidFill>
                  <a:schemeClr val="lt1"/>
                </a:solidFill>
              </a:defRPr>
            </a:lvl1pPr>
            <a:lvl2pPr indent="-292100" lvl="1" marL="914400">
              <a:spcBef>
                <a:spcPts val="0"/>
              </a:spcBef>
              <a:spcAft>
                <a:spcPts val="0"/>
              </a:spcAft>
              <a:buClr>
                <a:schemeClr val="lt1"/>
              </a:buClr>
              <a:buSzPts val="1000"/>
              <a:buChar char="○"/>
              <a:defRPr>
                <a:solidFill>
                  <a:schemeClr val="lt1"/>
                </a:solidFill>
              </a:defRPr>
            </a:lvl2pPr>
            <a:lvl3pPr indent="-292100" lvl="2" marL="1371600">
              <a:spcBef>
                <a:spcPts val="0"/>
              </a:spcBef>
              <a:spcAft>
                <a:spcPts val="0"/>
              </a:spcAft>
              <a:buClr>
                <a:schemeClr val="lt1"/>
              </a:buClr>
              <a:buSzPts val="1000"/>
              <a:buChar char="■"/>
              <a:defRPr>
                <a:solidFill>
                  <a:schemeClr val="lt1"/>
                </a:solidFill>
              </a:defRPr>
            </a:lvl3pPr>
            <a:lvl4pPr indent="-292100" lvl="3" marL="1828800">
              <a:spcBef>
                <a:spcPts val="0"/>
              </a:spcBef>
              <a:spcAft>
                <a:spcPts val="0"/>
              </a:spcAft>
              <a:buClr>
                <a:schemeClr val="lt1"/>
              </a:buClr>
              <a:buSzPts val="1000"/>
              <a:buChar char="●"/>
              <a:defRPr>
                <a:solidFill>
                  <a:schemeClr val="lt1"/>
                </a:solidFill>
              </a:defRPr>
            </a:lvl4pPr>
            <a:lvl5pPr indent="-292100" lvl="4" marL="2286000">
              <a:spcBef>
                <a:spcPts val="0"/>
              </a:spcBef>
              <a:spcAft>
                <a:spcPts val="0"/>
              </a:spcAft>
              <a:buClr>
                <a:schemeClr val="lt1"/>
              </a:buClr>
              <a:buSzPts val="10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92100" lvl="6" marL="3200400">
              <a:spcBef>
                <a:spcPts val="0"/>
              </a:spcBef>
              <a:spcAft>
                <a:spcPts val="0"/>
              </a:spcAft>
              <a:buClr>
                <a:schemeClr val="lt1"/>
              </a:buClr>
              <a:buSzPts val="1000"/>
              <a:buChar char="●"/>
              <a:defRPr>
                <a:solidFill>
                  <a:schemeClr val="lt1"/>
                </a:solidFill>
              </a:defRPr>
            </a:lvl7pPr>
            <a:lvl8pPr indent="-292100" lvl="7" marL="3657600">
              <a:spcBef>
                <a:spcPts val="0"/>
              </a:spcBef>
              <a:spcAft>
                <a:spcPts val="0"/>
              </a:spcAft>
              <a:buClr>
                <a:schemeClr val="lt1"/>
              </a:buClr>
              <a:buSzPts val="1000"/>
              <a:buChar char="○"/>
              <a:defRPr>
                <a:solidFill>
                  <a:schemeClr val="lt1"/>
                </a:solidFill>
              </a:defRPr>
            </a:lvl8pPr>
            <a:lvl9pPr indent="-292100" lvl="8" marL="4114800">
              <a:spcBef>
                <a:spcPts val="0"/>
              </a:spcBef>
              <a:spcAft>
                <a:spcPts val="0"/>
              </a:spcAft>
              <a:buClr>
                <a:schemeClr val="lt1"/>
              </a:buClr>
              <a:buSzPts val="1000"/>
              <a:buChar char="■"/>
              <a:defRPr>
                <a:solidFill>
                  <a:schemeClr val="lt1"/>
                </a:solidFill>
              </a:defRPr>
            </a:lvl9pPr>
          </a:lstStyle>
          <a:p/>
        </p:txBody>
      </p:sp>
      <p:sp>
        <p:nvSpPr>
          <p:cNvPr id="72" name="Google Shape;72;p6"/>
          <p:cNvSpPr txBox="1"/>
          <p:nvPr>
            <p:ph idx="3" type="subTitle"/>
          </p:nvPr>
        </p:nvSpPr>
        <p:spPr>
          <a:xfrm>
            <a:off x="436725"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3" name="Google Shape;73;p6"/>
          <p:cNvSpPr txBox="1"/>
          <p:nvPr>
            <p:ph idx="4" type="subTitle"/>
          </p:nvPr>
        </p:nvSpPr>
        <p:spPr>
          <a:xfrm>
            <a:off x="436725"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4" name="Google Shape;74;p6"/>
          <p:cNvSpPr txBox="1"/>
          <p:nvPr>
            <p:ph idx="5" type="body"/>
          </p:nvPr>
        </p:nvSpPr>
        <p:spPr>
          <a:xfrm>
            <a:off x="1832019"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75" name="Google Shape;75;p6"/>
          <p:cNvSpPr txBox="1"/>
          <p:nvPr>
            <p:ph idx="6" type="subTitle"/>
          </p:nvPr>
        </p:nvSpPr>
        <p:spPr>
          <a:xfrm>
            <a:off x="1831944"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6" name="Google Shape;76;p6"/>
          <p:cNvSpPr txBox="1"/>
          <p:nvPr>
            <p:ph idx="7" type="subTitle"/>
          </p:nvPr>
        </p:nvSpPr>
        <p:spPr>
          <a:xfrm>
            <a:off x="1831944"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7" name="Google Shape;77;p6"/>
          <p:cNvSpPr txBox="1"/>
          <p:nvPr>
            <p:ph idx="8" type="body"/>
          </p:nvPr>
        </p:nvSpPr>
        <p:spPr>
          <a:xfrm>
            <a:off x="3227244"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78" name="Google Shape;78;p6"/>
          <p:cNvSpPr txBox="1"/>
          <p:nvPr>
            <p:ph idx="9" type="subTitle"/>
          </p:nvPr>
        </p:nvSpPr>
        <p:spPr>
          <a:xfrm>
            <a:off x="3227169"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79" name="Google Shape;79;p6"/>
          <p:cNvSpPr txBox="1"/>
          <p:nvPr>
            <p:ph idx="13" type="subTitle"/>
          </p:nvPr>
        </p:nvSpPr>
        <p:spPr>
          <a:xfrm>
            <a:off x="3227169"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0" name="Google Shape;80;p6"/>
          <p:cNvSpPr txBox="1"/>
          <p:nvPr>
            <p:ph idx="14" type="body"/>
          </p:nvPr>
        </p:nvSpPr>
        <p:spPr>
          <a:xfrm>
            <a:off x="4609566"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81" name="Google Shape;81;p6"/>
          <p:cNvSpPr txBox="1"/>
          <p:nvPr>
            <p:ph idx="15" type="subTitle"/>
          </p:nvPr>
        </p:nvSpPr>
        <p:spPr>
          <a:xfrm>
            <a:off x="4609491"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2" name="Google Shape;82;p6"/>
          <p:cNvSpPr txBox="1"/>
          <p:nvPr>
            <p:ph idx="16" type="subTitle"/>
          </p:nvPr>
        </p:nvSpPr>
        <p:spPr>
          <a:xfrm>
            <a:off x="4609491"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3" name="Google Shape;83;p6"/>
          <p:cNvSpPr txBox="1"/>
          <p:nvPr>
            <p:ph idx="17" type="body"/>
          </p:nvPr>
        </p:nvSpPr>
        <p:spPr>
          <a:xfrm>
            <a:off x="6011734"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84" name="Google Shape;84;p6"/>
          <p:cNvSpPr txBox="1"/>
          <p:nvPr>
            <p:ph idx="18" type="subTitle"/>
          </p:nvPr>
        </p:nvSpPr>
        <p:spPr>
          <a:xfrm>
            <a:off x="6011659"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5" name="Google Shape;85;p6"/>
          <p:cNvSpPr txBox="1"/>
          <p:nvPr>
            <p:ph idx="19" type="subTitle"/>
          </p:nvPr>
        </p:nvSpPr>
        <p:spPr>
          <a:xfrm>
            <a:off x="6011659"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6" name="Google Shape;86;p6"/>
          <p:cNvSpPr txBox="1"/>
          <p:nvPr>
            <p:ph idx="20" type="body"/>
          </p:nvPr>
        </p:nvSpPr>
        <p:spPr>
          <a:xfrm>
            <a:off x="7413884" y="3585959"/>
            <a:ext cx="1258200" cy="10341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87" name="Google Shape;87;p6"/>
          <p:cNvSpPr txBox="1"/>
          <p:nvPr>
            <p:ph idx="21" type="subTitle"/>
          </p:nvPr>
        </p:nvSpPr>
        <p:spPr>
          <a:xfrm>
            <a:off x="7413809" y="3133425"/>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8" name="Google Shape;88;p6"/>
          <p:cNvSpPr txBox="1"/>
          <p:nvPr>
            <p:ph idx="22" type="subTitle"/>
          </p:nvPr>
        </p:nvSpPr>
        <p:spPr>
          <a:xfrm>
            <a:off x="7413809" y="3325506"/>
            <a:ext cx="1258200" cy="2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89" name="Google Shape;89;p6"/>
          <p:cNvSpPr/>
          <p:nvPr>
            <p:ph idx="23" type="pic"/>
          </p:nvPr>
        </p:nvSpPr>
        <p:spPr>
          <a:xfrm>
            <a:off x="1832563" y="1725300"/>
            <a:ext cx="1269600" cy="1269000"/>
          </a:xfrm>
          <a:prstGeom prst="roundRect">
            <a:avLst>
              <a:gd fmla="val 50000" name="adj"/>
            </a:avLst>
          </a:prstGeom>
          <a:noFill/>
          <a:ln>
            <a:noFill/>
          </a:ln>
        </p:spPr>
      </p:sp>
      <p:sp>
        <p:nvSpPr>
          <p:cNvPr id="90" name="Google Shape;90;p6"/>
          <p:cNvSpPr/>
          <p:nvPr>
            <p:ph idx="24" type="pic"/>
          </p:nvPr>
        </p:nvSpPr>
        <p:spPr>
          <a:xfrm>
            <a:off x="3225625" y="1725300"/>
            <a:ext cx="1269600" cy="1269000"/>
          </a:xfrm>
          <a:prstGeom prst="roundRect">
            <a:avLst>
              <a:gd fmla="val 50000" name="adj"/>
            </a:avLst>
          </a:prstGeom>
          <a:noFill/>
          <a:ln>
            <a:noFill/>
          </a:ln>
        </p:spPr>
      </p:sp>
      <p:sp>
        <p:nvSpPr>
          <p:cNvPr id="91" name="Google Shape;91;p6"/>
          <p:cNvSpPr/>
          <p:nvPr>
            <p:ph idx="25" type="pic"/>
          </p:nvPr>
        </p:nvSpPr>
        <p:spPr>
          <a:xfrm>
            <a:off x="4619163" y="1725300"/>
            <a:ext cx="1269600" cy="1269000"/>
          </a:xfrm>
          <a:prstGeom prst="roundRect">
            <a:avLst>
              <a:gd fmla="val 50000" name="adj"/>
            </a:avLst>
          </a:prstGeom>
          <a:noFill/>
          <a:ln>
            <a:noFill/>
          </a:ln>
        </p:spPr>
      </p:sp>
      <p:sp>
        <p:nvSpPr>
          <p:cNvPr id="92" name="Google Shape;92;p6"/>
          <p:cNvSpPr/>
          <p:nvPr>
            <p:ph idx="26" type="pic"/>
          </p:nvPr>
        </p:nvSpPr>
        <p:spPr>
          <a:xfrm>
            <a:off x="6012925" y="1725300"/>
            <a:ext cx="1269600" cy="1269000"/>
          </a:xfrm>
          <a:prstGeom prst="roundRect">
            <a:avLst>
              <a:gd fmla="val 50000" name="adj"/>
            </a:avLst>
          </a:prstGeom>
          <a:noFill/>
          <a:ln>
            <a:noFill/>
          </a:ln>
        </p:spPr>
      </p:sp>
      <p:sp>
        <p:nvSpPr>
          <p:cNvPr id="93" name="Google Shape;93;p6"/>
          <p:cNvSpPr/>
          <p:nvPr>
            <p:ph idx="27" type="pic"/>
          </p:nvPr>
        </p:nvSpPr>
        <p:spPr>
          <a:xfrm>
            <a:off x="7406675" y="1725300"/>
            <a:ext cx="1269600" cy="1269000"/>
          </a:xfrm>
          <a:prstGeom prst="roundRect">
            <a:avLst>
              <a:gd fmla="val 50000" name="adj"/>
            </a:avLst>
          </a:prstGeom>
          <a:noFill/>
          <a:ln>
            <a:noFill/>
          </a:ln>
        </p:spPr>
      </p:sp>
      <p:sp>
        <p:nvSpPr>
          <p:cNvPr id="94" name="Google Shape;94;p6"/>
          <p:cNvSpPr/>
          <p:nvPr/>
        </p:nvSpPr>
        <p:spPr>
          <a:xfrm>
            <a:off x="5592475" y="-26"/>
            <a:ext cx="1392900" cy="1392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95" name="Google Shape;95;p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96" name="Google Shape;96;p6"/>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97" name="Google Shape;97;p6"/>
          <p:cNvSpPr txBox="1"/>
          <p:nvPr>
            <p:ph idx="28"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98" name="Google Shape;98;p6"/>
          <p:cNvSpPr txBox="1"/>
          <p:nvPr>
            <p:ph idx="29"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1">
  <p:cSld name="CUSTOM_5">
    <p:bg>
      <p:bgPr>
        <a:solidFill>
          <a:schemeClr val="lt2"/>
        </a:solidFill>
      </p:bgPr>
    </p:bg>
    <p:spTree>
      <p:nvGrpSpPr>
        <p:cNvPr id="99" name="Shape 99"/>
        <p:cNvGrpSpPr/>
        <p:nvPr/>
      </p:nvGrpSpPr>
      <p:grpSpPr>
        <a:xfrm>
          <a:off x="0" y="0"/>
          <a:ext cx="0" cy="0"/>
          <a:chOff x="0" y="0"/>
          <a:chExt cx="0" cy="0"/>
        </a:xfrm>
      </p:grpSpPr>
      <p:grpSp>
        <p:nvGrpSpPr>
          <p:cNvPr id="100" name="Google Shape;100;p7"/>
          <p:cNvGrpSpPr/>
          <p:nvPr/>
        </p:nvGrpSpPr>
        <p:grpSpPr>
          <a:xfrm>
            <a:off x="-3059650" y="1891300"/>
            <a:ext cx="7160400" cy="7160400"/>
            <a:chOff x="-3059650" y="1891300"/>
            <a:chExt cx="7160400" cy="7160400"/>
          </a:xfrm>
        </p:grpSpPr>
        <p:sp>
          <p:nvSpPr>
            <p:cNvPr id="101" name="Google Shape;101;p7"/>
            <p:cNvSpPr/>
            <p:nvPr/>
          </p:nvSpPr>
          <p:spPr>
            <a:xfrm flipH="1" rot="5400000">
              <a:off x="-3059650" y="1891300"/>
              <a:ext cx="7160400" cy="7160400"/>
            </a:xfrm>
            <a:prstGeom prst="arc">
              <a:avLst>
                <a:gd fmla="val 16510262" name="adj1"/>
                <a:gd fmla="val 503275"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02" name="Google Shape;102;p7"/>
            <p:cNvSpPr/>
            <p:nvPr/>
          </p:nvSpPr>
          <p:spPr>
            <a:xfrm flipH="1" rot="5400000">
              <a:off x="-1851199" y="3109695"/>
              <a:ext cx="4734900" cy="4735200"/>
            </a:xfrm>
            <a:prstGeom prst="arc">
              <a:avLst>
                <a:gd fmla="val 16677462"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03" name="Google Shape;103;p7"/>
            <p:cNvSpPr/>
            <p:nvPr/>
          </p:nvSpPr>
          <p:spPr>
            <a:xfrm flipH="1" rot="5400000">
              <a:off x="-624715" y="4328872"/>
              <a:ext cx="2290500" cy="2290800"/>
            </a:xfrm>
            <a:prstGeom prst="arc">
              <a:avLst>
                <a:gd fmla="val 1720128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04" name="Google Shape;104;p7"/>
            <p:cNvSpPr/>
            <p:nvPr/>
          </p:nvSpPr>
          <p:spPr>
            <a:xfrm>
              <a:off x="558070" y="1956378"/>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cxnSp>
          <p:nvCxnSpPr>
            <p:cNvPr id="105" name="Google Shape;105;p7"/>
            <p:cNvCxnSpPr/>
            <p:nvPr/>
          </p:nvCxnSpPr>
          <p:spPr>
            <a:xfrm>
              <a:off x="0" y="3109875"/>
              <a:ext cx="520500" cy="0"/>
            </a:xfrm>
            <a:prstGeom prst="straightConnector1">
              <a:avLst/>
            </a:prstGeom>
            <a:noFill/>
            <a:ln cap="flat" cmpd="sng" w="9525">
              <a:solidFill>
                <a:schemeClr val="accent1"/>
              </a:solidFill>
              <a:prstDash val="solid"/>
              <a:round/>
              <a:headEnd len="med" w="med" type="none"/>
              <a:tailEnd len="med" w="med" type="none"/>
            </a:ln>
          </p:spPr>
        </p:cxnSp>
        <p:cxnSp>
          <p:nvCxnSpPr>
            <p:cNvPr id="106" name="Google Shape;106;p7"/>
            <p:cNvCxnSpPr/>
            <p:nvPr/>
          </p:nvCxnSpPr>
          <p:spPr>
            <a:xfrm>
              <a:off x="0" y="4328375"/>
              <a:ext cx="520500" cy="0"/>
            </a:xfrm>
            <a:prstGeom prst="straightConnector1">
              <a:avLst/>
            </a:prstGeom>
            <a:noFill/>
            <a:ln cap="flat" cmpd="sng" w="9525">
              <a:solidFill>
                <a:schemeClr val="accent1"/>
              </a:solidFill>
              <a:prstDash val="solid"/>
              <a:round/>
              <a:headEnd len="med" w="med" type="none"/>
              <a:tailEnd len="med" w="med" type="none"/>
            </a:ln>
          </p:spPr>
        </p:cxnSp>
        <p:sp>
          <p:nvSpPr>
            <p:cNvPr id="107" name="Google Shape;107;p7"/>
            <p:cNvSpPr/>
            <p:nvPr/>
          </p:nvSpPr>
          <p:spPr>
            <a:xfrm>
              <a:off x="2686054" y="3808633"/>
              <a:ext cx="1218300" cy="1218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08" name="Google Shape;108;p7"/>
          <p:cNvSpPr txBox="1"/>
          <p:nvPr>
            <p:ph type="title"/>
          </p:nvPr>
        </p:nvSpPr>
        <p:spPr>
          <a:xfrm>
            <a:off x="436725" y="647525"/>
            <a:ext cx="32514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09" name="Google Shape;109;p7"/>
          <p:cNvSpPr/>
          <p:nvPr>
            <p:ph idx="2" type="pic"/>
          </p:nvPr>
        </p:nvSpPr>
        <p:spPr>
          <a:xfrm>
            <a:off x="4513350" y="1077191"/>
            <a:ext cx="1269600" cy="1269000"/>
          </a:xfrm>
          <a:prstGeom prst="roundRect">
            <a:avLst>
              <a:gd fmla="val 50000" name="adj"/>
            </a:avLst>
          </a:prstGeom>
          <a:noFill/>
          <a:ln>
            <a:noFill/>
          </a:ln>
        </p:spPr>
      </p:sp>
      <p:sp>
        <p:nvSpPr>
          <p:cNvPr id="110" name="Google Shape;110;p7"/>
          <p:cNvSpPr txBox="1"/>
          <p:nvPr>
            <p:ph idx="1" type="subTitle"/>
          </p:nvPr>
        </p:nvSpPr>
        <p:spPr>
          <a:xfrm>
            <a:off x="4509675" y="248532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1" name="Google Shape;111;p7"/>
          <p:cNvSpPr txBox="1"/>
          <p:nvPr>
            <p:ph idx="3" type="subTitle"/>
          </p:nvPr>
        </p:nvSpPr>
        <p:spPr>
          <a:xfrm>
            <a:off x="4509675" y="260093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2" name="Google Shape;112;p7"/>
          <p:cNvSpPr/>
          <p:nvPr>
            <p:ph idx="4" type="pic"/>
          </p:nvPr>
        </p:nvSpPr>
        <p:spPr>
          <a:xfrm>
            <a:off x="5966983" y="1077191"/>
            <a:ext cx="1269600" cy="1269000"/>
          </a:xfrm>
          <a:prstGeom prst="roundRect">
            <a:avLst>
              <a:gd fmla="val 50000" name="adj"/>
            </a:avLst>
          </a:prstGeom>
          <a:noFill/>
          <a:ln>
            <a:noFill/>
          </a:ln>
        </p:spPr>
      </p:sp>
      <p:sp>
        <p:nvSpPr>
          <p:cNvPr id="113" name="Google Shape;113;p7"/>
          <p:cNvSpPr txBox="1"/>
          <p:nvPr>
            <p:ph idx="5" type="subTitle"/>
          </p:nvPr>
        </p:nvSpPr>
        <p:spPr>
          <a:xfrm>
            <a:off x="5963308" y="248532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4" name="Google Shape;114;p7"/>
          <p:cNvSpPr txBox="1"/>
          <p:nvPr>
            <p:ph idx="6" type="subTitle"/>
          </p:nvPr>
        </p:nvSpPr>
        <p:spPr>
          <a:xfrm>
            <a:off x="5963308" y="260093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5" name="Google Shape;115;p7"/>
          <p:cNvSpPr/>
          <p:nvPr>
            <p:ph idx="7" type="pic"/>
          </p:nvPr>
        </p:nvSpPr>
        <p:spPr>
          <a:xfrm>
            <a:off x="7397695" y="1077191"/>
            <a:ext cx="1269600" cy="1269000"/>
          </a:xfrm>
          <a:prstGeom prst="roundRect">
            <a:avLst>
              <a:gd fmla="val 50000" name="adj"/>
            </a:avLst>
          </a:prstGeom>
          <a:noFill/>
          <a:ln>
            <a:noFill/>
          </a:ln>
        </p:spPr>
      </p:sp>
      <p:sp>
        <p:nvSpPr>
          <p:cNvPr id="116" name="Google Shape;116;p7"/>
          <p:cNvSpPr txBox="1"/>
          <p:nvPr>
            <p:ph idx="8" type="subTitle"/>
          </p:nvPr>
        </p:nvSpPr>
        <p:spPr>
          <a:xfrm>
            <a:off x="7394020" y="248532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7" name="Google Shape;117;p7"/>
          <p:cNvSpPr txBox="1"/>
          <p:nvPr>
            <p:ph idx="9" type="subTitle"/>
          </p:nvPr>
        </p:nvSpPr>
        <p:spPr>
          <a:xfrm>
            <a:off x="7394020" y="260093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18" name="Google Shape;118;p7"/>
          <p:cNvSpPr/>
          <p:nvPr>
            <p:ph idx="13" type="pic"/>
          </p:nvPr>
        </p:nvSpPr>
        <p:spPr>
          <a:xfrm>
            <a:off x="4513350" y="3224051"/>
            <a:ext cx="1269600" cy="1269000"/>
          </a:xfrm>
          <a:prstGeom prst="roundRect">
            <a:avLst>
              <a:gd fmla="val 50000" name="adj"/>
            </a:avLst>
          </a:prstGeom>
          <a:noFill/>
          <a:ln>
            <a:noFill/>
          </a:ln>
        </p:spPr>
      </p:sp>
      <p:sp>
        <p:nvSpPr>
          <p:cNvPr id="119" name="Google Shape;119;p7"/>
          <p:cNvSpPr txBox="1"/>
          <p:nvPr>
            <p:ph idx="14" type="subTitle"/>
          </p:nvPr>
        </p:nvSpPr>
        <p:spPr>
          <a:xfrm>
            <a:off x="4509675" y="463218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0" name="Google Shape;120;p7"/>
          <p:cNvSpPr txBox="1"/>
          <p:nvPr>
            <p:ph idx="15" type="subTitle"/>
          </p:nvPr>
        </p:nvSpPr>
        <p:spPr>
          <a:xfrm>
            <a:off x="4509675" y="474779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1" name="Google Shape;121;p7"/>
          <p:cNvSpPr/>
          <p:nvPr>
            <p:ph idx="16" type="pic"/>
          </p:nvPr>
        </p:nvSpPr>
        <p:spPr>
          <a:xfrm>
            <a:off x="5966983" y="3224051"/>
            <a:ext cx="1269600" cy="1269000"/>
          </a:xfrm>
          <a:prstGeom prst="roundRect">
            <a:avLst>
              <a:gd fmla="val 50000" name="adj"/>
            </a:avLst>
          </a:prstGeom>
          <a:noFill/>
          <a:ln>
            <a:noFill/>
          </a:ln>
        </p:spPr>
      </p:sp>
      <p:sp>
        <p:nvSpPr>
          <p:cNvPr id="122" name="Google Shape;122;p7"/>
          <p:cNvSpPr txBox="1"/>
          <p:nvPr>
            <p:ph idx="17" type="subTitle"/>
          </p:nvPr>
        </p:nvSpPr>
        <p:spPr>
          <a:xfrm>
            <a:off x="5963308" y="463218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3" name="Google Shape;123;p7"/>
          <p:cNvSpPr txBox="1"/>
          <p:nvPr>
            <p:ph idx="18" type="subTitle"/>
          </p:nvPr>
        </p:nvSpPr>
        <p:spPr>
          <a:xfrm>
            <a:off x="5963308" y="474779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4" name="Google Shape;124;p7"/>
          <p:cNvSpPr/>
          <p:nvPr>
            <p:ph idx="19" type="pic"/>
          </p:nvPr>
        </p:nvSpPr>
        <p:spPr>
          <a:xfrm>
            <a:off x="7397695" y="3224051"/>
            <a:ext cx="1269600" cy="1269000"/>
          </a:xfrm>
          <a:prstGeom prst="roundRect">
            <a:avLst>
              <a:gd fmla="val 50000" name="adj"/>
            </a:avLst>
          </a:prstGeom>
          <a:noFill/>
          <a:ln>
            <a:noFill/>
          </a:ln>
        </p:spPr>
      </p:sp>
      <p:sp>
        <p:nvSpPr>
          <p:cNvPr id="125" name="Google Shape;125;p7"/>
          <p:cNvSpPr txBox="1"/>
          <p:nvPr>
            <p:ph idx="20" type="subTitle"/>
          </p:nvPr>
        </p:nvSpPr>
        <p:spPr>
          <a:xfrm>
            <a:off x="7394020" y="4632181"/>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sp>
        <p:nvSpPr>
          <p:cNvPr id="126" name="Google Shape;126;p7"/>
          <p:cNvSpPr txBox="1"/>
          <p:nvPr>
            <p:ph idx="21" type="subTitle"/>
          </p:nvPr>
        </p:nvSpPr>
        <p:spPr>
          <a:xfrm>
            <a:off x="7394020" y="4747797"/>
            <a:ext cx="1258200" cy="13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IBM Plex Sans"/>
              <a:buNone/>
              <a:defRPr sz="1000">
                <a:solidFill>
                  <a:schemeClr val="lt1"/>
                </a:solidFill>
              </a:defRPr>
            </a:lvl1pPr>
            <a:lvl2pPr lvl="1">
              <a:spcBef>
                <a:spcPts val="0"/>
              </a:spcBef>
              <a:spcAft>
                <a:spcPts val="0"/>
              </a:spcAft>
              <a:buClr>
                <a:schemeClr val="lt1"/>
              </a:buClr>
              <a:buSzPts val="1000"/>
              <a:buFont typeface="IBM Plex Sans"/>
              <a:buNone/>
              <a:defRPr sz="1000">
                <a:solidFill>
                  <a:schemeClr val="lt1"/>
                </a:solidFill>
              </a:defRPr>
            </a:lvl2pPr>
            <a:lvl3pPr lvl="2">
              <a:spcBef>
                <a:spcPts val="0"/>
              </a:spcBef>
              <a:spcAft>
                <a:spcPts val="0"/>
              </a:spcAft>
              <a:buClr>
                <a:schemeClr val="lt1"/>
              </a:buClr>
              <a:buSzPts val="1000"/>
              <a:buFont typeface="IBM Plex Sans"/>
              <a:buNone/>
              <a:defRPr sz="1000">
                <a:solidFill>
                  <a:schemeClr val="lt1"/>
                </a:solidFill>
              </a:defRPr>
            </a:lvl3pPr>
            <a:lvl4pPr lvl="3">
              <a:spcBef>
                <a:spcPts val="0"/>
              </a:spcBef>
              <a:spcAft>
                <a:spcPts val="0"/>
              </a:spcAft>
              <a:buClr>
                <a:schemeClr val="lt1"/>
              </a:buClr>
              <a:buSzPts val="1000"/>
              <a:buFont typeface="IBM Plex Sans"/>
              <a:buNone/>
              <a:defRPr sz="1000">
                <a:solidFill>
                  <a:schemeClr val="lt1"/>
                </a:solidFill>
              </a:defRPr>
            </a:lvl4pPr>
            <a:lvl5pPr lvl="4">
              <a:spcBef>
                <a:spcPts val="0"/>
              </a:spcBef>
              <a:spcAft>
                <a:spcPts val="0"/>
              </a:spcAft>
              <a:buClr>
                <a:schemeClr val="lt1"/>
              </a:buClr>
              <a:buSzPts val="1000"/>
              <a:buFont typeface="IBM Plex Sans"/>
              <a:buNone/>
              <a:defRPr sz="1000">
                <a:solidFill>
                  <a:schemeClr val="lt1"/>
                </a:solidFill>
              </a:defRPr>
            </a:lvl5pPr>
            <a:lvl6pPr lvl="5">
              <a:spcBef>
                <a:spcPts val="0"/>
              </a:spcBef>
              <a:spcAft>
                <a:spcPts val="0"/>
              </a:spcAft>
              <a:buClr>
                <a:schemeClr val="lt1"/>
              </a:buClr>
              <a:buSzPts val="1000"/>
              <a:buFont typeface="IBM Plex Sans"/>
              <a:buNone/>
              <a:defRPr sz="1000">
                <a:solidFill>
                  <a:schemeClr val="lt1"/>
                </a:solidFill>
              </a:defRPr>
            </a:lvl6pPr>
            <a:lvl7pPr lvl="6">
              <a:spcBef>
                <a:spcPts val="0"/>
              </a:spcBef>
              <a:spcAft>
                <a:spcPts val="0"/>
              </a:spcAft>
              <a:buClr>
                <a:schemeClr val="lt1"/>
              </a:buClr>
              <a:buSzPts val="1000"/>
              <a:buFont typeface="IBM Plex Sans"/>
              <a:buNone/>
              <a:defRPr sz="1000">
                <a:solidFill>
                  <a:schemeClr val="lt1"/>
                </a:solidFill>
              </a:defRPr>
            </a:lvl7pPr>
            <a:lvl8pPr lvl="7">
              <a:spcBef>
                <a:spcPts val="0"/>
              </a:spcBef>
              <a:spcAft>
                <a:spcPts val="0"/>
              </a:spcAft>
              <a:buClr>
                <a:schemeClr val="lt1"/>
              </a:buClr>
              <a:buSzPts val="1000"/>
              <a:buFont typeface="IBM Plex Sans"/>
              <a:buNone/>
              <a:defRPr sz="1000">
                <a:solidFill>
                  <a:schemeClr val="lt1"/>
                </a:solidFill>
              </a:defRPr>
            </a:lvl8pPr>
            <a:lvl9pPr lvl="8">
              <a:spcBef>
                <a:spcPts val="0"/>
              </a:spcBef>
              <a:spcAft>
                <a:spcPts val="0"/>
              </a:spcAft>
              <a:buClr>
                <a:schemeClr val="lt1"/>
              </a:buClr>
              <a:buSzPts val="1000"/>
              <a:buFont typeface="IBM Plex Sans"/>
              <a:buNone/>
              <a:defRPr sz="1000">
                <a:solidFill>
                  <a:schemeClr val="lt1"/>
                </a:solidFill>
              </a:defRPr>
            </a:lvl9pPr>
          </a:lstStyle>
          <a:p/>
        </p:txBody>
      </p:sp>
      <p:cxnSp>
        <p:nvCxnSpPr>
          <p:cNvPr id="127" name="Google Shape;127;p7"/>
          <p:cNvCxnSpPr/>
          <p:nvPr/>
        </p:nvCxnSpPr>
        <p:spPr>
          <a:xfrm>
            <a:off x="4100759" y="-7950"/>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8" name="Google Shape;128;p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9" name="Google Shape;129;p7"/>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30" name="Google Shape;130;p7"/>
          <p:cNvSpPr txBox="1"/>
          <p:nvPr>
            <p:ph idx="2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31" name="Google Shape;131;p7"/>
          <p:cNvSpPr txBox="1"/>
          <p:nvPr>
            <p:ph idx="2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CUSTOM_3">
    <p:bg>
      <p:bgPr>
        <a:solidFill>
          <a:schemeClr val="lt2"/>
        </a:solidFill>
      </p:bgPr>
    </p:bg>
    <p:spTree>
      <p:nvGrpSpPr>
        <p:cNvPr id="132" name="Shape 132"/>
        <p:cNvGrpSpPr/>
        <p:nvPr/>
      </p:nvGrpSpPr>
      <p:grpSpPr>
        <a:xfrm>
          <a:off x="0" y="0"/>
          <a:ext cx="0" cy="0"/>
          <a:chOff x="0" y="0"/>
          <a:chExt cx="0" cy="0"/>
        </a:xfrm>
      </p:grpSpPr>
      <p:grpSp>
        <p:nvGrpSpPr>
          <p:cNvPr id="133" name="Google Shape;133;p8"/>
          <p:cNvGrpSpPr/>
          <p:nvPr/>
        </p:nvGrpSpPr>
        <p:grpSpPr>
          <a:xfrm>
            <a:off x="1108912" y="-888525"/>
            <a:ext cx="6928500" cy="6928500"/>
            <a:chOff x="1108912" y="-888525"/>
            <a:chExt cx="6928500" cy="6928500"/>
          </a:xfrm>
        </p:grpSpPr>
        <p:sp>
          <p:nvSpPr>
            <p:cNvPr id="134" name="Google Shape;134;p8"/>
            <p:cNvSpPr/>
            <p:nvPr/>
          </p:nvSpPr>
          <p:spPr>
            <a:xfrm flipH="1"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5" name="Google Shape;135;p8"/>
            <p:cNvSpPr/>
            <p:nvPr/>
          </p:nvSpPr>
          <p:spPr>
            <a:xfrm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6" name="Google Shape;136;p8"/>
            <p:cNvSpPr/>
            <p:nvPr/>
          </p:nvSpPr>
          <p:spPr>
            <a:xfrm rot="-5400000">
              <a:off x="1702778" y="-307275"/>
              <a:ext cx="5766000" cy="5766000"/>
            </a:xfrm>
            <a:prstGeom prst="arc">
              <a:avLst>
                <a:gd fmla="val 12406996" name="adj1"/>
                <a:gd fmla="val 2001719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a:p>
              <a:pPr indent="0" lvl="0" marL="0" rtl="0" algn="l">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7" name="Google Shape;137;p8"/>
            <p:cNvSpPr/>
            <p:nvPr/>
          </p:nvSpPr>
          <p:spPr>
            <a:xfrm flipH="1" rot="5400000">
              <a:off x="1690162" y="-307275"/>
              <a:ext cx="5766000" cy="5766000"/>
            </a:xfrm>
            <a:prstGeom prst="arc">
              <a:avLst>
                <a:gd fmla="val 12413905" name="adj1"/>
                <a:gd fmla="val 20023999"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38" name="Google Shape;138;p8"/>
            <p:cNvSpPr/>
            <p:nvPr/>
          </p:nvSpPr>
          <p:spPr>
            <a:xfrm>
              <a:off x="1111750" y="227805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39" name="Google Shape;139;p8"/>
            <p:cNvSpPr/>
            <p:nvPr/>
          </p:nvSpPr>
          <p:spPr>
            <a:xfrm>
              <a:off x="2535025" y="38400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40" name="Google Shape;140;p8"/>
            <p:cNvSpPr/>
            <p:nvPr/>
          </p:nvSpPr>
          <p:spPr>
            <a:xfrm>
              <a:off x="6142273" y="4078071"/>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41" name="Google Shape;141;p8"/>
            <p:cNvSpPr/>
            <p:nvPr/>
          </p:nvSpPr>
          <p:spPr>
            <a:xfrm>
              <a:off x="7262625" y="1194175"/>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42" name="Google Shape;142;p8"/>
          <p:cNvSpPr/>
          <p:nvPr/>
        </p:nvSpPr>
        <p:spPr>
          <a:xfrm>
            <a:off x="2296450" y="286150"/>
            <a:ext cx="4571100" cy="45711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43" name="Google Shape;143;p8"/>
          <p:cNvSpPr txBox="1"/>
          <p:nvPr>
            <p:ph idx="1" type="subTitle"/>
          </p:nvPr>
        </p:nvSpPr>
        <p:spPr>
          <a:xfrm>
            <a:off x="3212350" y="1345755"/>
            <a:ext cx="2719200" cy="2319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200"/>
              <a:buFont typeface="IBM Plex Sans"/>
              <a:buNone/>
              <a:defRPr sz="1200"/>
            </a:lvl1pPr>
            <a:lvl2pPr lvl="1" algn="ctr">
              <a:spcBef>
                <a:spcPts val="0"/>
              </a:spcBef>
              <a:spcAft>
                <a:spcPts val="0"/>
              </a:spcAft>
              <a:buClr>
                <a:schemeClr val="dk1"/>
              </a:buClr>
              <a:buSzPts val="1200"/>
              <a:buFont typeface="IBM Plex Sans"/>
              <a:buNone/>
              <a:defRPr sz="1200">
                <a:solidFill>
                  <a:schemeClr val="dk1"/>
                </a:solidFill>
              </a:defRPr>
            </a:lvl2pPr>
            <a:lvl3pPr lvl="2" algn="ctr">
              <a:spcBef>
                <a:spcPts val="0"/>
              </a:spcBef>
              <a:spcAft>
                <a:spcPts val="0"/>
              </a:spcAft>
              <a:buClr>
                <a:schemeClr val="dk1"/>
              </a:buClr>
              <a:buSzPts val="1200"/>
              <a:buFont typeface="IBM Plex Sans"/>
              <a:buNone/>
              <a:defRPr sz="1200">
                <a:solidFill>
                  <a:schemeClr val="dk1"/>
                </a:solidFill>
              </a:defRPr>
            </a:lvl3pPr>
            <a:lvl4pPr lvl="3" algn="ctr">
              <a:spcBef>
                <a:spcPts val="0"/>
              </a:spcBef>
              <a:spcAft>
                <a:spcPts val="0"/>
              </a:spcAft>
              <a:buClr>
                <a:schemeClr val="dk1"/>
              </a:buClr>
              <a:buSzPts val="1200"/>
              <a:buFont typeface="IBM Plex Sans"/>
              <a:buNone/>
              <a:defRPr sz="1200">
                <a:solidFill>
                  <a:schemeClr val="dk1"/>
                </a:solidFill>
              </a:defRPr>
            </a:lvl4pPr>
            <a:lvl5pPr lvl="4" algn="ctr">
              <a:spcBef>
                <a:spcPts val="0"/>
              </a:spcBef>
              <a:spcAft>
                <a:spcPts val="0"/>
              </a:spcAft>
              <a:buClr>
                <a:schemeClr val="dk1"/>
              </a:buClr>
              <a:buSzPts val="1200"/>
              <a:buFont typeface="IBM Plex Sans"/>
              <a:buNone/>
              <a:defRPr sz="1200">
                <a:solidFill>
                  <a:schemeClr val="dk1"/>
                </a:solidFill>
              </a:defRPr>
            </a:lvl5pPr>
            <a:lvl6pPr lvl="5" algn="ctr">
              <a:spcBef>
                <a:spcPts val="0"/>
              </a:spcBef>
              <a:spcAft>
                <a:spcPts val="0"/>
              </a:spcAft>
              <a:buClr>
                <a:schemeClr val="dk1"/>
              </a:buClr>
              <a:buSzPts val="1200"/>
              <a:buFont typeface="IBM Plex Sans"/>
              <a:buNone/>
              <a:defRPr sz="1200">
                <a:solidFill>
                  <a:schemeClr val="dk1"/>
                </a:solidFill>
              </a:defRPr>
            </a:lvl6pPr>
            <a:lvl7pPr lvl="6" algn="ctr">
              <a:spcBef>
                <a:spcPts val="0"/>
              </a:spcBef>
              <a:spcAft>
                <a:spcPts val="0"/>
              </a:spcAft>
              <a:buClr>
                <a:schemeClr val="dk1"/>
              </a:buClr>
              <a:buSzPts val="1200"/>
              <a:buFont typeface="IBM Plex Sans"/>
              <a:buNone/>
              <a:defRPr sz="1200">
                <a:solidFill>
                  <a:schemeClr val="dk1"/>
                </a:solidFill>
              </a:defRPr>
            </a:lvl7pPr>
            <a:lvl8pPr lvl="7" algn="ctr">
              <a:spcBef>
                <a:spcPts val="0"/>
              </a:spcBef>
              <a:spcAft>
                <a:spcPts val="0"/>
              </a:spcAft>
              <a:buClr>
                <a:schemeClr val="dk1"/>
              </a:buClr>
              <a:buSzPts val="1200"/>
              <a:buFont typeface="IBM Plex Sans"/>
              <a:buNone/>
              <a:defRPr sz="1200">
                <a:solidFill>
                  <a:schemeClr val="dk1"/>
                </a:solidFill>
              </a:defRPr>
            </a:lvl8pPr>
            <a:lvl9pPr lvl="8" algn="ctr">
              <a:spcBef>
                <a:spcPts val="0"/>
              </a:spcBef>
              <a:spcAft>
                <a:spcPts val="0"/>
              </a:spcAft>
              <a:buClr>
                <a:schemeClr val="dk1"/>
              </a:buClr>
              <a:buSzPts val="1200"/>
              <a:buFont typeface="IBM Plex Sans"/>
              <a:buNone/>
              <a:defRPr sz="1200">
                <a:solidFill>
                  <a:schemeClr val="dk1"/>
                </a:solidFill>
              </a:defRPr>
            </a:lvl9pPr>
          </a:lstStyle>
          <a:p/>
        </p:txBody>
      </p:sp>
      <p:sp>
        <p:nvSpPr>
          <p:cNvPr id="144" name="Google Shape;144;p8"/>
          <p:cNvSpPr txBox="1"/>
          <p:nvPr>
            <p:ph type="title"/>
          </p:nvPr>
        </p:nvSpPr>
        <p:spPr>
          <a:xfrm>
            <a:off x="2659075" y="1755300"/>
            <a:ext cx="3849600" cy="587700"/>
          </a:xfrm>
          <a:prstGeom prst="rect">
            <a:avLst/>
          </a:prstGeom>
        </p:spPr>
        <p:txBody>
          <a:bodyPr anchorCtr="0" anchor="t" bIns="0" lIns="0" spcFirstLastPara="1" rIns="0" wrap="square" tIns="0">
            <a:spAutoFit/>
          </a:bodyPr>
          <a:lstStyle>
            <a:lvl1pPr lvl="0" algn="ctr">
              <a:spcBef>
                <a:spcPts val="0"/>
              </a:spcBef>
              <a:spcAft>
                <a:spcPts val="0"/>
              </a:spcAft>
              <a:buNone/>
              <a:defRPr sz="1800">
                <a:solidFill>
                  <a:schemeClr val="accent1"/>
                </a:solidFill>
              </a:defRPr>
            </a:lvl1pPr>
            <a:lvl2pPr lvl="1" algn="ctr">
              <a:spcBef>
                <a:spcPts val="0"/>
              </a:spcBef>
              <a:spcAft>
                <a:spcPts val="0"/>
              </a:spcAft>
              <a:buNone/>
              <a:defRPr sz="1800">
                <a:solidFill>
                  <a:schemeClr val="accent1"/>
                </a:solidFill>
              </a:defRPr>
            </a:lvl2pPr>
            <a:lvl3pPr lvl="2" algn="ctr">
              <a:spcBef>
                <a:spcPts val="0"/>
              </a:spcBef>
              <a:spcAft>
                <a:spcPts val="0"/>
              </a:spcAft>
              <a:buNone/>
              <a:defRPr sz="1800">
                <a:solidFill>
                  <a:schemeClr val="accent1"/>
                </a:solidFill>
              </a:defRPr>
            </a:lvl3pPr>
            <a:lvl4pPr lvl="3" algn="ctr">
              <a:spcBef>
                <a:spcPts val="0"/>
              </a:spcBef>
              <a:spcAft>
                <a:spcPts val="0"/>
              </a:spcAft>
              <a:buNone/>
              <a:defRPr sz="1800">
                <a:solidFill>
                  <a:schemeClr val="accent1"/>
                </a:solidFill>
              </a:defRPr>
            </a:lvl4pPr>
            <a:lvl5pPr lvl="4" algn="ctr">
              <a:spcBef>
                <a:spcPts val="0"/>
              </a:spcBef>
              <a:spcAft>
                <a:spcPts val="0"/>
              </a:spcAft>
              <a:buNone/>
              <a:defRPr sz="1800">
                <a:solidFill>
                  <a:schemeClr val="accent1"/>
                </a:solidFill>
              </a:defRPr>
            </a:lvl5pPr>
            <a:lvl6pPr lvl="5" algn="ctr">
              <a:spcBef>
                <a:spcPts val="0"/>
              </a:spcBef>
              <a:spcAft>
                <a:spcPts val="0"/>
              </a:spcAft>
              <a:buNone/>
              <a:defRPr sz="1800">
                <a:solidFill>
                  <a:schemeClr val="accent1"/>
                </a:solidFill>
              </a:defRPr>
            </a:lvl6pPr>
            <a:lvl7pPr lvl="6" algn="ctr">
              <a:spcBef>
                <a:spcPts val="0"/>
              </a:spcBef>
              <a:spcAft>
                <a:spcPts val="0"/>
              </a:spcAft>
              <a:buNone/>
              <a:defRPr sz="1800">
                <a:solidFill>
                  <a:schemeClr val="accent1"/>
                </a:solidFill>
              </a:defRPr>
            </a:lvl7pPr>
            <a:lvl8pPr lvl="7" algn="ctr">
              <a:spcBef>
                <a:spcPts val="0"/>
              </a:spcBef>
              <a:spcAft>
                <a:spcPts val="0"/>
              </a:spcAft>
              <a:buNone/>
              <a:defRPr sz="1800">
                <a:solidFill>
                  <a:schemeClr val="accent1"/>
                </a:solidFill>
              </a:defRPr>
            </a:lvl8pPr>
            <a:lvl9pPr lvl="8" algn="ctr">
              <a:spcBef>
                <a:spcPts val="0"/>
              </a:spcBef>
              <a:spcAft>
                <a:spcPts val="0"/>
              </a:spcAft>
              <a:buNone/>
              <a:defRPr sz="1800">
                <a:solidFill>
                  <a:schemeClr val="accent1"/>
                </a:solidFill>
              </a:defRPr>
            </a:lvl9pPr>
          </a:lstStyle>
          <a:p/>
        </p:txBody>
      </p:sp>
      <p:sp>
        <p:nvSpPr>
          <p:cNvPr id="145" name="Google Shape;145;p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46" name="Google Shape;146;p8"/>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47" name="Google Shape;147;p8"/>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48" name="Google Shape;148;p8"/>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CUSTOM_6">
    <p:bg>
      <p:bgPr>
        <a:solidFill>
          <a:schemeClr val="dk2"/>
        </a:solidFill>
      </p:bgPr>
    </p:bg>
    <p:spTree>
      <p:nvGrpSpPr>
        <p:cNvPr id="149" name="Shape 149"/>
        <p:cNvGrpSpPr/>
        <p:nvPr/>
      </p:nvGrpSpPr>
      <p:grpSpPr>
        <a:xfrm>
          <a:off x="0" y="0"/>
          <a:ext cx="0" cy="0"/>
          <a:chOff x="0" y="0"/>
          <a:chExt cx="0" cy="0"/>
        </a:xfrm>
      </p:grpSpPr>
      <p:sp>
        <p:nvSpPr>
          <p:cNvPr id="150" name="Google Shape;150;p9"/>
          <p:cNvSpPr txBox="1"/>
          <p:nvPr>
            <p:ph type="title"/>
          </p:nvPr>
        </p:nvSpPr>
        <p:spPr>
          <a:xfrm>
            <a:off x="436725" y="4094025"/>
            <a:ext cx="6272100" cy="587700"/>
          </a:xfrm>
          <a:prstGeom prst="rect">
            <a:avLst/>
          </a:prstGeom>
        </p:spPr>
        <p:txBody>
          <a:bodyPr anchorCtr="0" anchor="b" bIns="0" lIns="0" spcFirstLastPara="1" rIns="0" wrap="square" tIns="0">
            <a:no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grpSp>
        <p:nvGrpSpPr>
          <p:cNvPr id="151" name="Google Shape;151;p9"/>
          <p:cNvGrpSpPr/>
          <p:nvPr/>
        </p:nvGrpSpPr>
        <p:grpSpPr>
          <a:xfrm>
            <a:off x="-2117000" y="-4069732"/>
            <a:ext cx="11860804" cy="6909318"/>
            <a:chOff x="-2117000" y="-4069732"/>
            <a:chExt cx="11860804" cy="6909318"/>
          </a:xfrm>
        </p:grpSpPr>
        <p:sp>
          <p:nvSpPr>
            <p:cNvPr id="152" name="Google Shape;152;p9"/>
            <p:cNvSpPr/>
            <p:nvPr/>
          </p:nvSpPr>
          <p:spPr>
            <a:xfrm rot="5400000">
              <a:off x="-2117000" y="-4069732"/>
              <a:ext cx="6909300" cy="6909300"/>
            </a:xfrm>
            <a:prstGeom prst="arc">
              <a:avLst>
                <a:gd fmla="val 16801206" name="adj1"/>
                <a:gd fmla="val 138197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53" name="Google Shape;153;p9"/>
            <p:cNvSpPr/>
            <p:nvPr/>
          </p:nvSpPr>
          <p:spPr>
            <a:xfrm rot="5400000">
              <a:off x="-947044" y="-2903156"/>
              <a:ext cx="4569000" cy="4569300"/>
            </a:xfrm>
            <a:prstGeom prst="arc">
              <a:avLst>
                <a:gd fmla="val 17122104" name="adj1"/>
                <a:gd fmla="val 21801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cxnSp>
          <p:nvCxnSpPr>
            <p:cNvPr id="154" name="Google Shape;154;p9"/>
            <p:cNvCxnSpPr/>
            <p:nvPr/>
          </p:nvCxnSpPr>
          <p:spPr>
            <a:xfrm rot="10800000">
              <a:off x="1342860" y="1664508"/>
              <a:ext cx="7802700" cy="0"/>
            </a:xfrm>
            <a:prstGeom prst="straightConnector1">
              <a:avLst/>
            </a:prstGeom>
            <a:noFill/>
            <a:ln cap="flat" cmpd="sng" w="9525">
              <a:solidFill>
                <a:schemeClr val="lt2"/>
              </a:solidFill>
              <a:prstDash val="solid"/>
              <a:round/>
              <a:headEnd len="med" w="med" type="none"/>
              <a:tailEnd len="med" w="med" type="none"/>
            </a:ln>
          </p:spPr>
        </p:cxnSp>
        <p:cxnSp>
          <p:nvCxnSpPr>
            <p:cNvPr id="155" name="Google Shape;155;p9"/>
            <p:cNvCxnSpPr/>
            <p:nvPr/>
          </p:nvCxnSpPr>
          <p:spPr>
            <a:xfrm rot="10800000">
              <a:off x="-3240" y="489535"/>
              <a:ext cx="9148800" cy="0"/>
            </a:xfrm>
            <a:prstGeom prst="straightConnector1">
              <a:avLst/>
            </a:prstGeom>
            <a:noFill/>
            <a:ln cap="flat" cmpd="sng" w="9525">
              <a:solidFill>
                <a:schemeClr val="lt2"/>
              </a:solidFill>
              <a:prstDash val="solid"/>
              <a:round/>
              <a:headEnd len="med" w="med" type="none"/>
              <a:tailEnd len="med" w="med" type="none"/>
            </a:ln>
          </p:spPr>
        </p:cxnSp>
        <p:sp>
          <p:nvSpPr>
            <p:cNvPr id="156" name="Google Shape;156;p9"/>
            <p:cNvSpPr/>
            <p:nvPr/>
          </p:nvSpPr>
          <p:spPr>
            <a:xfrm rot="10800000">
              <a:off x="8568704" y="489425"/>
              <a:ext cx="1175100" cy="1175100"/>
            </a:xfrm>
            <a:prstGeom prst="arc">
              <a:avLst>
                <a:gd fmla="val 16292481" name="adj1"/>
                <a:gd fmla="val 531496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57" name="Google Shape;157;p9"/>
            <p:cNvSpPr/>
            <p:nvPr/>
          </p:nvSpPr>
          <p:spPr>
            <a:xfrm>
              <a:off x="755567" y="1664486"/>
              <a:ext cx="1175100" cy="1175100"/>
            </a:xfrm>
            <a:prstGeom prst="arc">
              <a:avLst>
                <a:gd fmla="val 16200000" name="adj1"/>
                <a:gd fmla="val 15996049"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158" name="Google Shape;158;p9"/>
            <p:cNvSpPr/>
            <p:nvPr/>
          </p:nvSpPr>
          <p:spPr>
            <a:xfrm rot="5400000">
              <a:off x="3571223" y="-685459"/>
              <a:ext cx="1175100" cy="1175100"/>
            </a:xfrm>
            <a:prstGeom prst="arc">
              <a:avLst>
                <a:gd fmla="val 16691316" name="adj1"/>
                <a:gd fmla="val 4902631"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59" name="Google Shape;159;p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1pPr>
            <a:lvl2pPr indent="0" lvl="1"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2pPr>
            <a:lvl3pPr indent="0" lvl="2"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3pPr>
            <a:lvl4pPr indent="0" lvl="3"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4pPr>
            <a:lvl5pPr indent="0" lvl="4"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5pPr>
            <a:lvl6pPr indent="0" lvl="5"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6pPr>
            <a:lvl7pPr indent="0" lvl="6"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7pPr>
            <a:lvl8pPr indent="0" lvl="7"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8pPr>
            <a:lvl9pPr indent="0" lvl="8"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60" name="Google Shape;160;p9"/>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161" name="Google Shape;161;p9"/>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62" name="Google Shape;162;p9"/>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p:cSld name="CUSTOM_8">
    <p:spTree>
      <p:nvGrpSpPr>
        <p:cNvPr id="163" name="Shape 163"/>
        <p:cNvGrpSpPr/>
        <p:nvPr/>
      </p:nvGrpSpPr>
      <p:grpSpPr>
        <a:xfrm>
          <a:off x="0" y="0"/>
          <a:ext cx="0" cy="0"/>
          <a:chOff x="0" y="0"/>
          <a:chExt cx="0" cy="0"/>
        </a:xfrm>
      </p:grpSpPr>
      <p:sp>
        <p:nvSpPr>
          <p:cNvPr id="164" name="Google Shape;164;p10"/>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65" name="Google Shape;165;p10"/>
          <p:cNvSpPr txBox="1"/>
          <p:nvPr>
            <p:ph type="title"/>
          </p:nvPr>
        </p:nvSpPr>
        <p:spPr>
          <a:xfrm>
            <a:off x="5066600" y="1213483"/>
            <a:ext cx="3552300" cy="19275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accent1"/>
                </a:solidFill>
              </a:defRPr>
            </a:lvl1pPr>
            <a:lvl2pPr lvl="1">
              <a:spcBef>
                <a:spcPts val="0"/>
              </a:spcBef>
              <a:spcAft>
                <a:spcPts val="0"/>
              </a:spcAft>
              <a:buNone/>
              <a:defRPr sz="1800">
                <a:solidFill>
                  <a:schemeClr val="accent1"/>
                </a:solidFill>
              </a:defRPr>
            </a:lvl2pPr>
            <a:lvl3pPr lvl="2">
              <a:spcBef>
                <a:spcPts val="0"/>
              </a:spcBef>
              <a:spcAft>
                <a:spcPts val="0"/>
              </a:spcAft>
              <a:buNone/>
              <a:defRPr sz="1800">
                <a:solidFill>
                  <a:schemeClr val="accent1"/>
                </a:solidFill>
              </a:defRPr>
            </a:lvl3pPr>
            <a:lvl4pPr lvl="3">
              <a:spcBef>
                <a:spcPts val="0"/>
              </a:spcBef>
              <a:spcAft>
                <a:spcPts val="0"/>
              </a:spcAft>
              <a:buNone/>
              <a:defRPr sz="1800">
                <a:solidFill>
                  <a:schemeClr val="accent1"/>
                </a:solidFill>
              </a:defRPr>
            </a:lvl4pPr>
            <a:lvl5pPr lvl="4">
              <a:spcBef>
                <a:spcPts val="0"/>
              </a:spcBef>
              <a:spcAft>
                <a:spcPts val="0"/>
              </a:spcAft>
              <a:buNone/>
              <a:defRPr sz="1800">
                <a:solidFill>
                  <a:schemeClr val="accent1"/>
                </a:solidFill>
              </a:defRPr>
            </a:lvl5pPr>
            <a:lvl6pPr lvl="5">
              <a:spcBef>
                <a:spcPts val="0"/>
              </a:spcBef>
              <a:spcAft>
                <a:spcPts val="0"/>
              </a:spcAft>
              <a:buNone/>
              <a:defRPr sz="1800">
                <a:solidFill>
                  <a:schemeClr val="accent1"/>
                </a:solidFill>
              </a:defRPr>
            </a:lvl6pPr>
            <a:lvl7pPr lvl="6">
              <a:spcBef>
                <a:spcPts val="0"/>
              </a:spcBef>
              <a:spcAft>
                <a:spcPts val="0"/>
              </a:spcAft>
              <a:buNone/>
              <a:defRPr sz="1800">
                <a:solidFill>
                  <a:schemeClr val="accent1"/>
                </a:solidFill>
              </a:defRPr>
            </a:lvl7pPr>
            <a:lvl8pPr lvl="7">
              <a:spcBef>
                <a:spcPts val="0"/>
              </a:spcBef>
              <a:spcAft>
                <a:spcPts val="0"/>
              </a:spcAft>
              <a:buNone/>
              <a:defRPr sz="1800">
                <a:solidFill>
                  <a:schemeClr val="accent1"/>
                </a:solidFill>
              </a:defRPr>
            </a:lvl8pPr>
            <a:lvl9pPr lvl="8">
              <a:spcBef>
                <a:spcPts val="0"/>
              </a:spcBef>
              <a:spcAft>
                <a:spcPts val="0"/>
              </a:spcAft>
              <a:buNone/>
              <a:defRPr sz="1800">
                <a:solidFill>
                  <a:schemeClr val="accent1"/>
                </a:solidFill>
              </a:defRPr>
            </a:lvl9pPr>
          </a:lstStyle>
          <a:p/>
        </p:txBody>
      </p:sp>
      <p:sp>
        <p:nvSpPr>
          <p:cNvPr id="166" name="Google Shape;166;p10"/>
          <p:cNvSpPr txBox="1"/>
          <p:nvPr>
            <p:ph idx="2" type="subTitle"/>
          </p:nvPr>
        </p:nvSpPr>
        <p:spPr>
          <a:xfrm>
            <a:off x="5066225" y="4125124"/>
            <a:ext cx="27192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67" name="Google Shape;167;p10"/>
          <p:cNvSpPr txBox="1"/>
          <p:nvPr>
            <p:ph idx="3" type="subTitle"/>
          </p:nvPr>
        </p:nvSpPr>
        <p:spPr>
          <a:xfrm>
            <a:off x="2423700" y="1344300"/>
            <a:ext cx="1619100" cy="7509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68" name="Google Shape;168;p10"/>
          <p:cNvSpPr txBox="1"/>
          <p:nvPr>
            <p:ph idx="4" type="subTitle"/>
          </p:nvPr>
        </p:nvSpPr>
        <p:spPr>
          <a:xfrm>
            <a:off x="2423700" y="3090650"/>
            <a:ext cx="1619100" cy="750900"/>
          </a:xfrm>
          <a:prstGeom prst="rect">
            <a:avLst/>
          </a:prstGeom>
        </p:spPr>
        <p:txBody>
          <a:bodyPr anchorCtr="0" anchor="b"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69" name="Google Shape;169;p10"/>
          <p:cNvSpPr txBox="1"/>
          <p:nvPr>
            <p:ph idx="5" type="subTitle"/>
          </p:nvPr>
        </p:nvSpPr>
        <p:spPr>
          <a:xfrm>
            <a:off x="436725" y="1344300"/>
            <a:ext cx="1619100" cy="7509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70" name="Google Shape;170;p10"/>
          <p:cNvSpPr txBox="1"/>
          <p:nvPr>
            <p:ph idx="6" type="subTitle"/>
          </p:nvPr>
        </p:nvSpPr>
        <p:spPr>
          <a:xfrm>
            <a:off x="436725" y="3090650"/>
            <a:ext cx="1619100" cy="750900"/>
          </a:xfrm>
          <a:prstGeom prst="rect">
            <a:avLst/>
          </a:prstGeom>
        </p:spPr>
        <p:txBody>
          <a:bodyPr anchorCtr="0" anchor="b" bIns="0" lIns="0" spcFirstLastPara="1" rIns="0" wrap="square" tIns="0">
            <a:noAutofit/>
          </a:bodyPr>
          <a:lstStyle>
            <a:lvl1pPr lvl="0" algn="ctr">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71" name="Google Shape;171;p10"/>
          <p:cNvSpPr txBox="1"/>
          <p:nvPr>
            <p:ph idx="7" type="subTitle"/>
          </p:nvPr>
        </p:nvSpPr>
        <p:spPr>
          <a:xfrm>
            <a:off x="2423700" y="794135"/>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2" name="Google Shape;172;p10"/>
          <p:cNvSpPr txBox="1"/>
          <p:nvPr>
            <p:ph idx="8" type="subTitle"/>
          </p:nvPr>
        </p:nvSpPr>
        <p:spPr>
          <a:xfrm>
            <a:off x="436725" y="794135"/>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3" name="Google Shape;173;p10"/>
          <p:cNvSpPr txBox="1"/>
          <p:nvPr>
            <p:ph idx="9" type="subTitle"/>
          </p:nvPr>
        </p:nvSpPr>
        <p:spPr>
          <a:xfrm>
            <a:off x="2423700" y="4256460"/>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4" name="Google Shape;174;p10"/>
          <p:cNvSpPr txBox="1"/>
          <p:nvPr>
            <p:ph idx="13" type="subTitle"/>
          </p:nvPr>
        </p:nvSpPr>
        <p:spPr>
          <a:xfrm>
            <a:off x="436725" y="4256460"/>
            <a:ext cx="1619100" cy="329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175" name="Google Shape;175;p1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176" name="Google Shape;176;p10"/>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77" name="Google Shape;177;p10"/>
          <p:cNvSpPr txBox="1"/>
          <p:nvPr>
            <p:ph idx="14"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78" name="Google Shape;178;p10"/>
          <p:cNvSpPr txBox="1"/>
          <p:nvPr>
            <p:ph idx="15"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1">
  <p:cSld name="CUSTOM_8_1">
    <p:spTree>
      <p:nvGrpSpPr>
        <p:cNvPr id="179" name="Shape 179"/>
        <p:cNvGrpSpPr/>
        <p:nvPr/>
      </p:nvGrpSpPr>
      <p:grpSpPr>
        <a:xfrm>
          <a:off x="0" y="0"/>
          <a:ext cx="0" cy="0"/>
          <a:chOff x="0" y="0"/>
          <a:chExt cx="0" cy="0"/>
        </a:xfrm>
      </p:grpSpPr>
      <p:sp>
        <p:nvSpPr>
          <p:cNvPr id="180" name="Google Shape;180;p11"/>
          <p:cNvSpPr txBox="1"/>
          <p:nvPr>
            <p:ph idx="1" type="subTitle"/>
          </p:nvPr>
        </p:nvSpPr>
        <p:spPr>
          <a:xfrm>
            <a:off x="6446974" y="814800"/>
            <a:ext cx="22320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81" name="Google Shape;181;p11"/>
          <p:cNvSpPr txBox="1"/>
          <p:nvPr>
            <p:ph type="title"/>
          </p:nvPr>
        </p:nvSpPr>
        <p:spPr>
          <a:xfrm>
            <a:off x="6447214" y="1213484"/>
            <a:ext cx="2232000" cy="19275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accent1"/>
                </a:solidFill>
              </a:defRPr>
            </a:lvl1pPr>
            <a:lvl2pPr lvl="1">
              <a:spcBef>
                <a:spcPts val="0"/>
              </a:spcBef>
              <a:spcAft>
                <a:spcPts val="0"/>
              </a:spcAft>
              <a:buNone/>
              <a:defRPr sz="1800">
                <a:solidFill>
                  <a:schemeClr val="accent1"/>
                </a:solidFill>
              </a:defRPr>
            </a:lvl2pPr>
            <a:lvl3pPr lvl="2">
              <a:spcBef>
                <a:spcPts val="0"/>
              </a:spcBef>
              <a:spcAft>
                <a:spcPts val="0"/>
              </a:spcAft>
              <a:buNone/>
              <a:defRPr sz="1800">
                <a:solidFill>
                  <a:schemeClr val="accent1"/>
                </a:solidFill>
              </a:defRPr>
            </a:lvl3pPr>
            <a:lvl4pPr lvl="3">
              <a:spcBef>
                <a:spcPts val="0"/>
              </a:spcBef>
              <a:spcAft>
                <a:spcPts val="0"/>
              </a:spcAft>
              <a:buNone/>
              <a:defRPr sz="1800">
                <a:solidFill>
                  <a:schemeClr val="accent1"/>
                </a:solidFill>
              </a:defRPr>
            </a:lvl4pPr>
            <a:lvl5pPr lvl="4">
              <a:spcBef>
                <a:spcPts val="0"/>
              </a:spcBef>
              <a:spcAft>
                <a:spcPts val="0"/>
              </a:spcAft>
              <a:buNone/>
              <a:defRPr sz="1800">
                <a:solidFill>
                  <a:schemeClr val="accent1"/>
                </a:solidFill>
              </a:defRPr>
            </a:lvl5pPr>
            <a:lvl6pPr lvl="5">
              <a:spcBef>
                <a:spcPts val="0"/>
              </a:spcBef>
              <a:spcAft>
                <a:spcPts val="0"/>
              </a:spcAft>
              <a:buNone/>
              <a:defRPr sz="1800">
                <a:solidFill>
                  <a:schemeClr val="accent1"/>
                </a:solidFill>
              </a:defRPr>
            </a:lvl6pPr>
            <a:lvl7pPr lvl="6">
              <a:spcBef>
                <a:spcPts val="0"/>
              </a:spcBef>
              <a:spcAft>
                <a:spcPts val="0"/>
              </a:spcAft>
              <a:buNone/>
              <a:defRPr sz="1800">
                <a:solidFill>
                  <a:schemeClr val="accent1"/>
                </a:solidFill>
              </a:defRPr>
            </a:lvl7pPr>
            <a:lvl8pPr lvl="7">
              <a:spcBef>
                <a:spcPts val="0"/>
              </a:spcBef>
              <a:spcAft>
                <a:spcPts val="0"/>
              </a:spcAft>
              <a:buNone/>
              <a:defRPr sz="1800">
                <a:solidFill>
                  <a:schemeClr val="accent1"/>
                </a:solidFill>
              </a:defRPr>
            </a:lvl8pPr>
            <a:lvl9pPr lvl="8">
              <a:spcBef>
                <a:spcPts val="0"/>
              </a:spcBef>
              <a:spcAft>
                <a:spcPts val="0"/>
              </a:spcAft>
              <a:buNone/>
              <a:defRPr sz="1800">
                <a:solidFill>
                  <a:schemeClr val="accent1"/>
                </a:solidFill>
              </a:defRPr>
            </a:lvl9pPr>
          </a:lstStyle>
          <a:p/>
        </p:txBody>
      </p:sp>
      <p:sp>
        <p:nvSpPr>
          <p:cNvPr id="182" name="Google Shape;182;p11"/>
          <p:cNvSpPr txBox="1"/>
          <p:nvPr>
            <p:ph idx="2" type="subTitle"/>
          </p:nvPr>
        </p:nvSpPr>
        <p:spPr>
          <a:xfrm>
            <a:off x="6446978" y="4125125"/>
            <a:ext cx="17085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IBM Plex Sans"/>
              <a:buNone/>
              <a:defRPr sz="1000"/>
            </a:lvl1pPr>
            <a:lvl2pPr lvl="1">
              <a:spcBef>
                <a:spcPts val="0"/>
              </a:spcBef>
              <a:spcAft>
                <a:spcPts val="0"/>
              </a:spcAft>
              <a:buClr>
                <a:schemeClr val="dk1"/>
              </a:buClr>
              <a:buSzPts val="1000"/>
              <a:buFont typeface="IBM Plex Sans"/>
              <a:buNone/>
              <a:defRPr sz="1000">
                <a:solidFill>
                  <a:schemeClr val="dk1"/>
                </a:solidFill>
              </a:defRPr>
            </a:lvl2pPr>
            <a:lvl3pPr lvl="2">
              <a:spcBef>
                <a:spcPts val="0"/>
              </a:spcBef>
              <a:spcAft>
                <a:spcPts val="0"/>
              </a:spcAft>
              <a:buClr>
                <a:schemeClr val="dk1"/>
              </a:buClr>
              <a:buSzPts val="1000"/>
              <a:buFont typeface="IBM Plex Sans"/>
              <a:buNone/>
              <a:defRPr sz="1000">
                <a:solidFill>
                  <a:schemeClr val="dk1"/>
                </a:solidFill>
              </a:defRPr>
            </a:lvl3pPr>
            <a:lvl4pPr lvl="3">
              <a:spcBef>
                <a:spcPts val="0"/>
              </a:spcBef>
              <a:spcAft>
                <a:spcPts val="0"/>
              </a:spcAft>
              <a:buClr>
                <a:schemeClr val="dk1"/>
              </a:buClr>
              <a:buSzPts val="1000"/>
              <a:buFont typeface="IBM Plex Sans"/>
              <a:buNone/>
              <a:defRPr sz="1000">
                <a:solidFill>
                  <a:schemeClr val="dk1"/>
                </a:solidFill>
              </a:defRPr>
            </a:lvl4pPr>
            <a:lvl5pPr lvl="4">
              <a:spcBef>
                <a:spcPts val="0"/>
              </a:spcBef>
              <a:spcAft>
                <a:spcPts val="0"/>
              </a:spcAft>
              <a:buClr>
                <a:schemeClr val="dk1"/>
              </a:buClr>
              <a:buSzPts val="1000"/>
              <a:buFont typeface="IBM Plex Sans"/>
              <a:buNone/>
              <a:defRPr sz="1000">
                <a:solidFill>
                  <a:schemeClr val="dk1"/>
                </a:solidFill>
              </a:defRPr>
            </a:lvl5pPr>
            <a:lvl6pPr lvl="5">
              <a:spcBef>
                <a:spcPts val="0"/>
              </a:spcBef>
              <a:spcAft>
                <a:spcPts val="0"/>
              </a:spcAft>
              <a:buClr>
                <a:schemeClr val="dk1"/>
              </a:buClr>
              <a:buSzPts val="1000"/>
              <a:buFont typeface="IBM Plex Sans"/>
              <a:buNone/>
              <a:defRPr sz="1000">
                <a:solidFill>
                  <a:schemeClr val="dk1"/>
                </a:solidFill>
              </a:defRPr>
            </a:lvl6pPr>
            <a:lvl7pPr lvl="6">
              <a:spcBef>
                <a:spcPts val="0"/>
              </a:spcBef>
              <a:spcAft>
                <a:spcPts val="0"/>
              </a:spcAft>
              <a:buClr>
                <a:schemeClr val="dk1"/>
              </a:buClr>
              <a:buSzPts val="1000"/>
              <a:buFont typeface="IBM Plex Sans"/>
              <a:buNone/>
              <a:defRPr sz="1000">
                <a:solidFill>
                  <a:schemeClr val="dk1"/>
                </a:solidFill>
              </a:defRPr>
            </a:lvl7pPr>
            <a:lvl8pPr lvl="7">
              <a:spcBef>
                <a:spcPts val="0"/>
              </a:spcBef>
              <a:spcAft>
                <a:spcPts val="0"/>
              </a:spcAft>
              <a:buClr>
                <a:schemeClr val="dk1"/>
              </a:buClr>
              <a:buSzPts val="1000"/>
              <a:buFont typeface="IBM Plex Sans"/>
              <a:buNone/>
              <a:defRPr sz="1000">
                <a:solidFill>
                  <a:schemeClr val="dk1"/>
                </a:solidFill>
              </a:defRPr>
            </a:lvl8pPr>
            <a:lvl9pPr lvl="8">
              <a:spcBef>
                <a:spcPts val="0"/>
              </a:spcBef>
              <a:spcAft>
                <a:spcPts val="0"/>
              </a:spcAft>
              <a:buClr>
                <a:schemeClr val="dk1"/>
              </a:buClr>
              <a:buSzPts val="1000"/>
              <a:buFont typeface="IBM Plex Sans"/>
              <a:buNone/>
              <a:defRPr sz="1000">
                <a:solidFill>
                  <a:schemeClr val="dk1"/>
                </a:solidFill>
              </a:defRPr>
            </a:lvl9pPr>
          </a:lstStyle>
          <a:p/>
        </p:txBody>
      </p:sp>
      <p:sp>
        <p:nvSpPr>
          <p:cNvPr id="183" name="Google Shape;183;p11"/>
          <p:cNvSpPr txBox="1"/>
          <p:nvPr>
            <p:ph idx="3"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84" name="Google Shape;184;p11"/>
          <p:cNvSpPr txBox="1"/>
          <p:nvPr>
            <p:ph idx="4"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85" name="Google Shape;185;p1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186" name="Google Shape;186;p11"/>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187" name="Google Shape;187;p11"/>
          <p:cNvSpPr txBox="1"/>
          <p:nvPr>
            <p:ph idx="5"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188" name="Google Shape;188;p11"/>
          <p:cNvSpPr txBox="1"/>
          <p:nvPr>
            <p:ph idx="6"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2">
  <p:cSld name="CUSTOM_8_1_1">
    <p:spTree>
      <p:nvGrpSpPr>
        <p:cNvPr id="189" name="Shape 189"/>
        <p:cNvGrpSpPr/>
        <p:nvPr/>
      </p:nvGrpSpPr>
      <p:grpSpPr>
        <a:xfrm>
          <a:off x="0" y="0"/>
          <a:ext cx="0" cy="0"/>
          <a:chOff x="0" y="0"/>
          <a:chExt cx="0" cy="0"/>
        </a:xfrm>
      </p:grpSpPr>
      <p:sp>
        <p:nvSpPr>
          <p:cNvPr id="190" name="Google Shape;190;p12"/>
          <p:cNvSpPr txBox="1"/>
          <p:nvPr>
            <p:ph idx="1" type="subTitle"/>
          </p:nvPr>
        </p:nvSpPr>
        <p:spPr>
          <a:xfrm>
            <a:off x="436600" y="3909000"/>
            <a:ext cx="1708500" cy="77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400"/>
              <a:buFont typeface="IBM Plex Sans"/>
              <a:buNone/>
              <a:defRPr sz="6400"/>
            </a:lvl1pPr>
            <a:lvl2pPr lvl="1" algn="ctr">
              <a:spcBef>
                <a:spcPts val="0"/>
              </a:spcBef>
              <a:spcAft>
                <a:spcPts val="0"/>
              </a:spcAft>
              <a:buClr>
                <a:schemeClr val="dk1"/>
              </a:buClr>
              <a:buSzPts val="6400"/>
              <a:buFont typeface="IBM Plex Sans"/>
              <a:buNone/>
              <a:defRPr sz="6400">
                <a:solidFill>
                  <a:schemeClr val="dk1"/>
                </a:solidFill>
              </a:defRPr>
            </a:lvl2pPr>
            <a:lvl3pPr lvl="2" algn="ctr">
              <a:spcBef>
                <a:spcPts val="0"/>
              </a:spcBef>
              <a:spcAft>
                <a:spcPts val="0"/>
              </a:spcAft>
              <a:buClr>
                <a:schemeClr val="dk1"/>
              </a:buClr>
              <a:buSzPts val="6400"/>
              <a:buFont typeface="IBM Plex Sans"/>
              <a:buNone/>
              <a:defRPr sz="6400">
                <a:solidFill>
                  <a:schemeClr val="dk1"/>
                </a:solidFill>
              </a:defRPr>
            </a:lvl3pPr>
            <a:lvl4pPr lvl="3" algn="ctr">
              <a:spcBef>
                <a:spcPts val="0"/>
              </a:spcBef>
              <a:spcAft>
                <a:spcPts val="0"/>
              </a:spcAft>
              <a:buClr>
                <a:schemeClr val="dk1"/>
              </a:buClr>
              <a:buSzPts val="6400"/>
              <a:buFont typeface="IBM Plex Sans"/>
              <a:buNone/>
              <a:defRPr sz="6400">
                <a:solidFill>
                  <a:schemeClr val="dk1"/>
                </a:solidFill>
              </a:defRPr>
            </a:lvl4pPr>
            <a:lvl5pPr lvl="4" algn="ctr">
              <a:spcBef>
                <a:spcPts val="0"/>
              </a:spcBef>
              <a:spcAft>
                <a:spcPts val="0"/>
              </a:spcAft>
              <a:buClr>
                <a:schemeClr val="dk1"/>
              </a:buClr>
              <a:buSzPts val="6400"/>
              <a:buFont typeface="IBM Plex Sans"/>
              <a:buNone/>
              <a:defRPr sz="6400">
                <a:solidFill>
                  <a:schemeClr val="dk1"/>
                </a:solidFill>
              </a:defRPr>
            </a:lvl5pPr>
            <a:lvl6pPr lvl="5" algn="ctr">
              <a:spcBef>
                <a:spcPts val="0"/>
              </a:spcBef>
              <a:spcAft>
                <a:spcPts val="0"/>
              </a:spcAft>
              <a:buClr>
                <a:schemeClr val="dk1"/>
              </a:buClr>
              <a:buSzPts val="6400"/>
              <a:buFont typeface="IBM Plex Sans"/>
              <a:buNone/>
              <a:defRPr sz="6400">
                <a:solidFill>
                  <a:schemeClr val="dk1"/>
                </a:solidFill>
              </a:defRPr>
            </a:lvl6pPr>
            <a:lvl7pPr lvl="6" algn="ctr">
              <a:spcBef>
                <a:spcPts val="0"/>
              </a:spcBef>
              <a:spcAft>
                <a:spcPts val="0"/>
              </a:spcAft>
              <a:buClr>
                <a:schemeClr val="dk1"/>
              </a:buClr>
              <a:buSzPts val="6400"/>
              <a:buFont typeface="IBM Plex Sans"/>
              <a:buNone/>
              <a:defRPr sz="6400">
                <a:solidFill>
                  <a:schemeClr val="dk1"/>
                </a:solidFill>
              </a:defRPr>
            </a:lvl7pPr>
            <a:lvl8pPr lvl="7" algn="ctr">
              <a:spcBef>
                <a:spcPts val="0"/>
              </a:spcBef>
              <a:spcAft>
                <a:spcPts val="0"/>
              </a:spcAft>
              <a:buClr>
                <a:schemeClr val="dk1"/>
              </a:buClr>
              <a:buSzPts val="6400"/>
              <a:buFont typeface="IBM Plex Sans"/>
              <a:buNone/>
              <a:defRPr sz="6400">
                <a:solidFill>
                  <a:schemeClr val="dk1"/>
                </a:solidFill>
              </a:defRPr>
            </a:lvl8pPr>
            <a:lvl9pPr lvl="8" algn="ctr">
              <a:spcBef>
                <a:spcPts val="0"/>
              </a:spcBef>
              <a:spcAft>
                <a:spcPts val="0"/>
              </a:spcAft>
              <a:buClr>
                <a:schemeClr val="dk1"/>
              </a:buClr>
              <a:buSzPts val="6400"/>
              <a:buFont typeface="IBM Plex Sans"/>
              <a:buNone/>
              <a:defRPr sz="6400">
                <a:solidFill>
                  <a:schemeClr val="dk1"/>
                </a:solidFill>
              </a:defRPr>
            </a:lvl9pPr>
          </a:lstStyle>
          <a:p/>
        </p:txBody>
      </p:sp>
      <p:sp>
        <p:nvSpPr>
          <p:cNvPr id="191" name="Google Shape;191;p12"/>
          <p:cNvSpPr txBox="1"/>
          <p:nvPr>
            <p:ph idx="2" type="subTitle"/>
          </p:nvPr>
        </p:nvSpPr>
        <p:spPr>
          <a:xfrm>
            <a:off x="3027400" y="3909000"/>
            <a:ext cx="1708500" cy="77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6400"/>
              <a:buFont typeface="IBM Plex Sans"/>
              <a:buNone/>
              <a:defRPr sz="6400"/>
            </a:lvl1pPr>
            <a:lvl2pPr lvl="1" algn="ctr">
              <a:spcBef>
                <a:spcPts val="0"/>
              </a:spcBef>
              <a:spcAft>
                <a:spcPts val="0"/>
              </a:spcAft>
              <a:buClr>
                <a:schemeClr val="dk1"/>
              </a:buClr>
              <a:buSzPts val="6400"/>
              <a:buFont typeface="IBM Plex Sans"/>
              <a:buNone/>
              <a:defRPr sz="6400">
                <a:solidFill>
                  <a:schemeClr val="dk1"/>
                </a:solidFill>
              </a:defRPr>
            </a:lvl2pPr>
            <a:lvl3pPr lvl="2" algn="ctr">
              <a:spcBef>
                <a:spcPts val="0"/>
              </a:spcBef>
              <a:spcAft>
                <a:spcPts val="0"/>
              </a:spcAft>
              <a:buClr>
                <a:schemeClr val="dk1"/>
              </a:buClr>
              <a:buSzPts val="6400"/>
              <a:buFont typeface="IBM Plex Sans"/>
              <a:buNone/>
              <a:defRPr sz="6400">
                <a:solidFill>
                  <a:schemeClr val="dk1"/>
                </a:solidFill>
              </a:defRPr>
            </a:lvl3pPr>
            <a:lvl4pPr lvl="3" algn="ctr">
              <a:spcBef>
                <a:spcPts val="0"/>
              </a:spcBef>
              <a:spcAft>
                <a:spcPts val="0"/>
              </a:spcAft>
              <a:buClr>
                <a:schemeClr val="dk1"/>
              </a:buClr>
              <a:buSzPts val="6400"/>
              <a:buFont typeface="IBM Plex Sans"/>
              <a:buNone/>
              <a:defRPr sz="6400">
                <a:solidFill>
                  <a:schemeClr val="dk1"/>
                </a:solidFill>
              </a:defRPr>
            </a:lvl4pPr>
            <a:lvl5pPr lvl="4" algn="ctr">
              <a:spcBef>
                <a:spcPts val="0"/>
              </a:spcBef>
              <a:spcAft>
                <a:spcPts val="0"/>
              </a:spcAft>
              <a:buClr>
                <a:schemeClr val="dk1"/>
              </a:buClr>
              <a:buSzPts val="6400"/>
              <a:buFont typeface="IBM Plex Sans"/>
              <a:buNone/>
              <a:defRPr sz="6400">
                <a:solidFill>
                  <a:schemeClr val="dk1"/>
                </a:solidFill>
              </a:defRPr>
            </a:lvl5pPr>
            <a:lvl6pPr lvl="5" algn="ctr">
              <a:spcBef>
                <a:spcPts val="0"/>
              </a:spcBef>
              <a:spcAft>
                <a:spcPts val="0"/>
              </a:spcAft>
              <a:buClr>
                <a:schemeClr val="dk1"/>
              </a:buClr>
              <a:buSzPts val="6400"/>
              <a:buFont typeface="IBM Plex Sans"/>
              <a:buNone/>
              <a:defRPr sz="6400">
                <a:solidFill>
                  <a:schemeClr val="dk1"/>
                </a:solidFill>
              </a:defRPr>
            </a:lvl6pPr>
            <a:lvl7pPr lvl="6" algn="ctr">
              <a:spcBef>
                <a:spcPts val="0"/>
              </a:spcBef>
              <a:spcAft>
                <a:spcPts val="0"/>
              </a:spcAft>
              <a:buClr>
                <a:schemeClr val="dk1"/>
              </a:buClr>
              <a:buSzPts val="6400"/>
              <a:buFont typeface="IBM Plex Sans"/>
              <a:buNone/>
              <a:defRPr sz="6400">
                <a:solidFill>
                  <a:schemeClr val="dk1"/>
                </a:solidFill>
              </a:defRPr>
            </a:lvl7pPr>
            <a:lvl8pPr lvl="7" algn="ctr">
              <a:spcBef>
                <a:spcPts val="0"/>
              </a:spcBef>
              <a:spcAft>
                <a:spcPts val="0"/>
              </a:spcAft>
              <a:buClr>
                <a:schemeClr val="dk1"/>
              </a:buClr>
              <a:buSzPts val="6400"/>
              <a:buFont typeface="IBM Plex Sans"/>
              <a:buNone/>
              <a:defRPr sz="6400">
                <a:solidFill>
                  <a:schemeClr val="dk1"/>
                </a:solidFill>
              </a:defRPr>
            </a:lvl8pPr>
            <a:lvl9pPr lvl="8" algn="ctr">
              <a:spcBef>
                <a:spcPts val="0"/>
              </a:spcBef>
              <a:spcAft>
                <a:spcPts val="0"/>
              </a:spcAft>
              <a:buClr>
                <a:schemeClr val="dk1"/>
              </a:buClr>
              <a:buSzPts val="6400"/>
              <a:buFont typeface="IBM Plex Sans"/>
              <a:buNone/>
              <a:defRPr sz="6400">
                <a:solidFill>
                  <a:schemeClr val="dk1"/>
                </a:solidFill>
              </a:defRPr>
            </a:lvl9pPr>
          </a:lstStyle>
          <a:p/>
        </p:txBody>
      </p:sp>
      <p:grpSp>
        <p:nvGrpSpPr>
          <p:cNvPr id="192" name="Google Shape;192;p12"/>
          <p:cNvGrpSpPr/>
          <p:nvPr/>
        </p:nvGrpSpPr>
        <p:grpSpPr>
          <a:xfrm flipH="1">
            <a:off x="5903161" y="2597462"/>
            <a:ext cx="6916230" cy="6916230"/>
            <a:chOff x="-3059650" y="1891300"/>
            <a:chExt cx="7160400" cy="7160400"/>
          </a:xfrm>
        </p:grpSpPr>
        <p:sp>
          <p:nvSpPr>
            <p:cNvPr id="193" name="Google Shape;193;p12"/>
            <p:cNvSpPr/>
            <p:nvPr/>
          </p:nvSpPr>
          <p:spPr>
            <a:xfrm flipH="1" rot="5400000">
              <a:off x="-3059650" y="1891300"/>
              <a:ext cx="7160400" cy="7160400"/>
            </a:xfrm>
            <a:prstGeom prst="arc">
              <a:avLst>
                <a:gd fmla="val 17100715" name="adj1"/>
                <a:gd fmla="val 2139344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94" name="Google Shape;194;p12"/>
            <p:cNvSpPr/>
            <p:nvPr/>
          </p:nvSpPr>
          <p:spPr>
            <a:xfrm flipH="1" rot="5400000">
              <a:off x="-1851199" y="3109695"/>
              <a:ext cx="4734900" cy="4735200"/>
            </a:xfrm>
            <a:prstGeom prst="arc">
              <a:avLst>
                <a:gd fmla="val 17607113" name="adj1"/>
                <a:gd fmla="val 21289676"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195" name="Google Shape;195;p12"/>
            <p:cNvSpPr/>
            <p:nvPr/>
          </p:nvSpPr>
          <p:spPr>
            <a:xfrm>
              <a:off x="1239430" y="2205756"/>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196" name="Google Shape;196;p12"/>
          <p:cNvSpPr txBox="1"/>
          <p:nvPr>
            <p:ph idx="3" type="subTitle"/>
          </p:nvPr>
        </p:nvSpPr>
        <p:spPr>
          <a:xfrm>
            <a:off x="6446978" y="814800"/>
            <a:ext cx="17085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197" name="Google Shape;197;p12"/>
          <p:cNvSpPr txBox="1"/>
          <p:nvPr>
            <p:ph type="title"/>
          </p:nvPr>
        </p:nvSpPr>
        <p:spPr>
          <a:xfrm>
            <a:off x="6447225" y="1213482"/>
            <a:ext cx="2232000" cy="587700"/>
          </a:xfrm>
          <a:prstGeom prst="rect">
            <a:avLst/>
          </a:prstGeom>
        </p:spPr>
        <p:txBody>
          <a:bodyPr anchorCtr="0" anchor="t" bIns="0" lIns="0" spcFirstLastPara="1" rIns="0" wrap="square" tIns="0">
            <a:spAutoFit/>
          </a:bodyPr>
          <a:lstStyle>
            <a:lvl1pPr lvl="0">
              <a:spcBef>
                <a:spcPts val="0"/>
              </a:spcBef>
              <a:spcAft>
                <a:spcPts val="0"/>
              </a:spcAft>
              <a:buNone/>
              <a:defRPr sz="1000">
                <a:solidFill>
                  <a:schemeClr val="accent1"/>
                </a:solidFill>
              </a:defRPr>
            </a:lvl1pPr>
            <a:lvl2pPr lvl="1">
              <a:spcBef>
                <a:spcPts val="0"/>
              </a:spcBef>
              <a:spcAft>
                <a:spcPts val="0"/>
              </a:spcAft>
              <a:buNone/>
              <a:defRPr sz="1900">
                <a:solidFill>
                  <a:schemeClr val="accent1"/>
                </a:solidFill>
              </a:defRPr>
            </a:lvl2pPr>
            <a:lvl3pPr lvl="2">
              <a:spcBef>
                <a:spcPts val="0"/>
              </a:spcBef>
              <a:spcAft>
                <a:spcPts val="0"/>
              </a:spcAft>
              <a:buNone/>
              <a:defRPr sz="1900">
                <a:solidFill>
                  <a:schemeClr val="accent1"/>
                </a:solidFill>
              </a:defRPr>
            </a:lvl3pPr>
            <a:lvl4pPr lvl="3">
              <a:spcBef>
                <a:spcPts val="0"/>
              </a:spcBef>
              <a:spcAft>
                <a:spcPts val="0"/>
              </a:spcAft>
              <a:buNone/>
              <a:defRPr sz="1900">
                <a:solidFill>
                  <a:schemeClr val="accent1"/>
                </a:solidFill>
              </a:defRPr>
            </a:lvl4pPr>
            <a:lvl5pPr lvl="4">
              <a:spcBef>
                <a:spcPts val="0"/>
              </a:spcBef>
              <a:spcAft>
                <a:spcPts val="0"/>
              </a:spcAft>
              <a:buNone/>
              <a:defRPr sz="1900">
                <a:solidFill>
                  <a:schemeClr val="accent1"/>
                </a:solidFill>
              </a:defRPr>
            </a:lvl5pPr>
            <a:lvl6pPr lvl="5">
              <a:spcBef>
                <a:spcPts val="0"/>
              </a:spcBef>
              <a:spcAft>
                <a:spcPts val="0"/>
              </a:spcAft>
              <a:buNone/>
              <a:defRPr sz="1900">
                <a:solidFill>
                  <a:schemeClr val="accent1"/>
                </a:solidFill>
              </a:defRPr>
            </a:lvl6pPr>
            <a:lvl7pPr lvl="6">
              <a:spcBef>
                <a:spcPts val="0"/>
              </a:spcBef>
              <a:spcAft>
                <a:spcPts val="0"/>
              </a:spcAft>
              <a:buNone/>
              <a:defRPr sz="1900">
                <a:solidFill>
                  <a:schemeClr val="accent1"/>
                </a:solidFill>
              </a:defRPr>
            </a:lvl7pPr>
            <a:lvl8pPr lvl="7">
              <a:spcBef>
                <a:spcPts val="0"/>
              </a:spcBef>
              <a:spcAft>
                <a:spcPts val="0"/>
              </a:spcAft>
              <a:buNone/>
              <a:defRPr sz="1900">
                <a:solidFill>
                  <a:schemeClr val="accent1"/>
                </a:solidFill>
              </a:defRPr>
            </a:lvl8pPr>
            <a:lvl9pPr lvl="8">
              <a:spcBef>
                <a:spcPts val="0"/>
              </a:spcBef>
              <a:spcAft>
                <a:spcPts val="0"/>
              </a:spcAft>
              <a:buNone/>
              <a:defRPr sz="1900">
                <a:solidFill>
                  <a:schemeClr val="accent1"/>
                </a:solidFill>
              </a:defRPr>
            </a:lvl9pPr>
          </a:lstStyle>
          <a:p/>
        </p:txBody>
      </p:sp>
      <p:cxnSp>
        <p:nvCxnSpPr>
          <p:cNvPr id="198" name="Google Shape;198;p12"/>
          <p:cNvCxnSpPr/>
          <p:nvPr/>
        </p:nvCxnSpPr>
        <p:spPr>
          <a:xfrm>
            <a:off x="5985025"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99" name="Google Shape;199;p12"/>
          <p:cNvSpPr txBox="1"/>
          <p:nvPr>
            <p:ph idx="4"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200" name="Google Shape;200;p12"/>
          <p:cNvSpPr txBox="1"/>
          <p:nvPr>
            <p:ph idx="5"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01" name="Google Shape;201;p12"/>
          <p:cNvSpPr txBox="1"/>
          <p:nvPr>
            <p:ph idx="6" type="subTitle"/>
          </p:nvPr>
        </p:nvSpPr>
        <p:spPr>
          <a:xfrm>
            <a:off x="436725" y="1961991"/>
            <a:ext cx="4182300" cy="1058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02" name="Google Shape;202;p12"/>
          <p:cNvSpPr txBox="1"/>
          <p:nvPr>
            <p:ph idx="7" type="subTitle"/>
          </p:nvPr>
        </p:nvSpPr>
        <p:spPr>
          <a:xfrm>
            <a:off x="436725" y="3205792"/>
            <a:ext cx="4182300" cy="1386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03" name="Google Shape;203;p12"/>
          <p:cNvSpPr txBox="1"/>
          <p:nvPr>
            <p:ph idx="8" type="subTitle"/>
          </p:nvPr>
        </p:nvSpPr>
        <p:spPr>
          <a:xfrm>
            <a:off x="436725" y="3686700"/>
            <a:ext cx="1708500" cy="1386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04" name="Google Shape;204;p12"/>
          <p:cNvSpPr txBox="1"/>
          <p:nvPr>
            <p:ph idx="9" type="subTitle"/>
          </p:nvPr>
        </p:nvSpPr>
        <p:spPr>
          <a:xfrm>
            <a:off x="3027525" y="3686700"/>
            <a:ext cx="1708500" cy="1386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05" name="Google Shape;205;p1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206" name="Google Shape;206;p12"/>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07" name="Google Shape;207;p12"/>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208" name="Google Shape;208;p12"/>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3">
  <p:cSld name="CUSTOM_8_1_1_1">
    <p:spTree>
      <p:nvGrpSpPr>
        <p:cNvPr id="209" name="Shape 209"/>
        <p:cNvGrpSpPr/>
        <p:nvPr/>
      </p:nvGrpSpPr>
      <p:grpSpPr>
        <a:xfrm>
          <a:off x="0" y="0"/>
          <a:ext cx="0" cy="0"/>
          <a:chOff x="0" y="0"/>
          <a:chExt cx="0" cy="0"/>
        </a:xfrm>
      </p:grpSpPr>
      <p:sp>
        <p:nvSpPr>
          <p:cNvPr id="210" name="Google Shape;210;p13"/>
          <p:cNvSpPr txBox="1"/>
          <p:nvPr>
            <p:ph idx="1" type="subTitle"/>
          </p:nvPr>
        </p:nvSpPr>
        <p:spPr>
          <a:xfrm>
            <a:off x="6446974" y="814800"/>
            <a:ext cx="2220000" cy="247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211" name="Google Shape;211;p13"/>
          <p:cNvSpPr txBox="1"/>
          <p:nvPr>
            <p:ph idx="2"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a:buNone/>
              <a:defRPr sz="1200"/>
            </a:lvl1pPr>
            <a:lvl2pPr lvl="1">
              <a:spcBef>
                <a:spcPts val="0"/>
              </a:spcBef>
              <a:spcAft>
                <a:spcPts val="0"/>
              </a:spcAft>
              <a:buClr>
                <a:schemeClr val="dk1"/>
              </a:buClr>
              <a:buSzPts val="1200"/>
              <a:buFont typeface="IBM Plex Sans"/>
              <a:buNone/>
              <a:defRPr sz="1200">
                <a:solidFill>
                  <a:schemeClr val="dk1"/>
                </a:solidFill>
              </a:defRPr>
            </a:lvl2pPr>
            <a:lvl3pPr lvl="2">
              <a:spcBef>
                <a:spcPts val="0"/>
              </a:spcBef>
              <a:spcAft>
                <a:spcPts val="0"/>
              </a:spcAft>
              <a:buClr>
                <a:schemeClr val="dk1"/>
              </a:buClr>
              <a:buSzPts val="1200"/>
              <a:buFont typeface="IBM Plex Sans"/>
              <a:buNone/>
              <a:defRPr sz="1200">
                <a:solidFill>
                  <a:schemeClr val="dk1"/>
                </a:solidFill>
              </a:defRPr>
            </a:lvl3pPr>
            <a:lvl4pPr lvl="3">
              <a:spcBef>
                <a:spcPts val="0"/>
              </a:spcBef>
              <a:spcAft>
                <a:spcPts val="0"/>
              </a:spcAft>
              <a:buClr>
                <a:schemeClr val="dk1"/>
              </a:buClr>
              <a:buSzPts val="1200"/>
              <a:buFont typeface="IBM Plex Sans"/>
              <a:buNone/>
              <a:defRPr sz="1200">
                <a:solidFill>
                  <a:schemeClr val="dk1"/>
                </a:solidFill>
              </a:defRPr>
            </a:lvl4pPr>
            <a:lvl5pPr lvl="4">
              <a:spcBef>
                <a:spcPts val="0"/>
              </a:spcBef>
              <a:spcAft>
                <a:spcPts val="0"/>
              </a:spcAft>
              <a:buClr>
                <a:schemeClr val="dk1"/>
              </a:buClr>
              <a:buSzPts val="1200"/>
              <a:buFont typeface="IBM Plex Sans"/>
              <a:buNone/>
              <a:defRPr sz="1200">
                <a:solidFill>
                  <a:schemeClr val="dk1"/>
                </a:solidFill>
              </a:defRPr>
            </a:lvl5pPr>
            <a:lvl6pPr lvl="5">
              <a:spcBef>
                <a:spcPts val="0"/>
              </a:spcBef>
              <a:spcAft>
                <a:spcPts val="0"/>
              </a:spcAft>
              <a:buClr>
                <a:schemeClr val="dk1"/>
              </a:buClr>
              <a:buSzPts val="1200"/>
              <a:buFont typeface="IBM Plex Sans"/>
              <a:buNone/>
              <a:defRPr sz="1200">
                <a:solidFill>
                  <a:schemeClr val="dk1"/>
                </a:solidFill>
              </a:defRPr>
            </a:lvl6pPr>
            <a:lvl7pPr lvl="6">
              <a:spcBef>
                <a:spcPts val="0"/>
              </a:spcBef>
              <a:spcAft>
                <a:spcPts val="0"/>
              </a:spcAft>
              <a:buClr>
                <a:schemeClr val="dk1"/>
              </a:buClr>
              <a:buSzPts val="1200"/>
              <a:buFont typeface="IBM Plex Sans"/>
              <a:buNone/>
              <a:defRPr sz="1200">
                <a:solidFill>
                  <a:schemeClr val="dk1"/>
                </a:solidFill>
              </a:defRPr>
            </a:lvl7pPr>
            <a:lvl8pPr lvl="7">
              <a:spcBef>
                <a:spcPts val="0"/>
              </a:spcBef>
              <a:spcAft>
                <a:spcPts val="0"/>
              </a:spcAft>
              <a:buClr>
                <a:schemeClr val="dk1"/>
              </a:buClr>
              <a:buSzPts val="1200"/>
              <a:buFont typeface="IBM Plex Sans"/>
              <a:buNone/>
              <a:defRPr sz="1200">
                <a:solidFill>
                  <a:schemeClr val="dk1"/>
                </a:solidFill>
              </a:defRPr>
            </a:lvl8pPr>
            <a:lvl9pPr lvl="8">
              <a:spcBef>
                <a:spcPts val="0"/>
              </a:spcBef>
              <a:spcAft>
                <a:spcPts val="0"/>
              </a:spcAft>
              <a:buClr>
                <a:schemeClr val="dk1"/>
              </a:buClr>
              <a:buSzPts val="1200"/>
              <a:buFont typeface="IBM Plex Sans"/>
              <a:buNone/>
              <a:defRPr sz="1200">
                <a:solidFill>
                  <a:schemeClr val="dk1"/>
                </a:solidFill>
              </a:defRPr>
            </a:lvl9pPr>
          </a:lstStyle>
          <a:p/>
        </p:txBody>
      </p:sp>
      <p:sp>
        <p:nvSpPr>
          <p:cNvPr id="212" name="Google Shape;212;p13"/>
          <p:cNvSpPr txBox="1"/>
          <p:nvPr>
            <p:ph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13" name="Google Shape;213;p13"/>
          <p:cNvSpPr txBox="1"/>
          <p:nvPr>
            <p:ph idx="3" type="subTitle"/>
          </p:nvPr>
        </p:nvSpPr>
        <p:spPr>
          <a:xfrm>
            <a:off x="436725" y="1961998"/>
            <a:ext cx="4182300" cy="8025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14" name="Google Shape;214;p13"/>
          <p:cNvSpPr txBox="1"/>
          <p:nvPr>
            <p:ph idx="4" type="subTitle"/>
          </p:nvPr>
        </p:nvSpPr>
        <p:spPr>
          <a:xfrm>
            <a:off x="436725" y="3219125"/>
            <a:ext cx="21864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15" name="Google Shape;215;p13"/>
          <p:cNvSpPr txBox="1"/>
          <p:nvPr>
            <p:ph idx="5" type="subTitle"/>
          </p:nvPr>
        </p:nvSpPr>
        <p:spPr>
          <a:xfrm>
            <a:off x="436725" y="3706675"/>
            <a:ext cx="2186400" cy="1058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16" name="Google Shape;216;p13"/>
          <p:cNvSpPr txBox="1"/>
          <p:nvPr>
            <p:ph idx="6" type="subTitle"/>
          </p:nvPr>
        </p:nvSpPr>
        <p:spPr>
          <a:xfrm>
            <a:off x="3472800" y="3219125"/>
            <a:ext cx="2186400" cy="258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17" name="Google Shape;217;p13"/>
          <p:cNvSpPr txBox="1"/>
          <p:nvPr>
            <p:ph idx="7" type="subTitle"/>
          </p:nvPr>
        </p:nvSpPr>
        <p:spPr>
          <a:xfrm>
            <a:off x="3472800" y="3706675"/>
            <a:ext cx="2186400" cy="1058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218" name="Google Shape;218;p13"/>
          <p:cNvSpPr txBox="1"/>
          <p:nvPr>
            <p:ph idx="8" type="subTitle"/>
          </p:nvPr>
        </p:nvSpPr>
        <p:spPr>
          <a:xfrm>
            <a:off x="6702724" y="1605750"/>
            <a:ext cx="1708500" cy="138600"/>
          </a:xfrm>
          <a:prstGeom prst="rect">
            <a:avLst/>
          </a:prstGeom>
        </p:spPr>
        <p:txBody>
          <a:bodyPr anchorCtr="0" anchor="t" bIns="0" lIns="0" spcFirstLastPara="1" rIns="0" wrap="square" tIns="0">
            <a:noAutofit/>
          </a:bodyPr>
          <a:lstStyle>
            <a:lvl1pPr lvl="0"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ctr">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19" name="Google Shape;219;p13"/>
          <p:cNvSpPr txBox="1"/>
          <p:nvPr>
            <p:ph idx="9" type="subTitle"/>
          </p:nvPr>
        </p:nvSpPr>
        <p:spPr>
          <a:xfrm>
            <a:off x="6702724" y="1751007"/>
            <a:ext cx="1708500" cy="8325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6400"/>
              <a:buFont typeface="IBM Plex Sans"/>
              <a:buNone/>
              <a:defRPr sz="6400"/>
            </a:lvl1pPr>
            <a:lvl2pPr lvl="1" algn="ctr">
              <a:spcBef>
                <a:spcPts val="0"/>
              </a:spcBef>
              <a:spcAft>
                <a:spcPts val="0"/>
              </a:spcAft>
              <a:buClr>
                <a:schemeClr val="dk1"/>
              </a:buClr>
              <a:buSzPts val="6400"/>
              <a:buFont typeface="IBM Plex Sans"/>
              <a:buNone/>
              <a:defRPr sz="6400">
                <a:solidFill>
                  <a:schemeClr val="dk1"/>
                </a:solidFill>
              </a:defRPr>
            </a:lvl2pPr>
            <a:lvl3pPr lvl="2" algn="ctr">
              <a:spcBef>
                <a:spcPts val="0"/>
              </a:spcBef>
              <a:spcAft>
                <a:spcPts val="0"/>
              </a:spcAft>
              <a:buClr>
                <a:schemeClr val="dk1"/>
              </a:buClr>
              <a:buSzPts val="6400"/>
              <a:buFont typeface="IBM Plex Sans"/>
              <a:buNone/>
              <a:defRPr sz="6400">
                <a:solidFill>
                  <a:schemeClr val="dk1"/>
                </a:solidFill>
              </a:defRPr>
            </a:lvl3pPr>
            <a:lvl4pPr lvl="3" algn="ctr">
              <a:spcBef>
                <a:spcPts val="0"/>
              </a:spcBef>
              <a:spcAft>
                <a:spcPts val="0"/>
              </a:spcAft>
              <a:buClr>
                <a:schemeClr val="dk1"/>
              </a:buClr>
              <a:buSzPts val="6400"/>
              <a:buFont typeface="IBM Plex Sans"/>
              <a:buNone/>
              <a:defRPr sz="6400">
                <a:solidFill>
                  <a:schemeClr val="dk1"/>
                </a:solidFill>
              </a:defRPr>
            </a:lvl4pPr>
            <a:lvl5pPr lvl="4" algn="ctr">
              <a:spcBef>
                <a:spcPts val="0"/>
              </a:spcBef>
              <a:spcAft>
                <a:spcPts val="0"/>
              </a:spcAft>
              <a:buClr>
                <a:schemeClr val="dk1"/>
              </a:buClr>
              <a:buSzPts val="6400"/>
              <a:buFont typeface="IBM Plex Sans"/>
              <a:buNone/>
              <a:defRPr sz="6400">
                <a:solidFill>
                  <a:schemeClr val="dk1"/>
                </a:solidFill>
              </a:defRPr>
            </a:lvl5pPr>
            <a:lvl6pPr lvl="5" algn="ctr">
              <a:spcBef>
                <a:spcPts val="0"/>
              </a:spcBef>
              <a:spcAft>
                <a:spcPts val="0"/>
              </a:spcAft>
              <a:buClr>
                <a:schemeClr val="dk1"/>
              </a:buClr>
              <a:buSzPts val="6400"/>
              <a:buFont typeface="IBM Plex Sans"/>
              <a:buNone/>
              <a:defRPr sz="6400">
                <a:solidFill>
                  <a:schemeClr val="dk1"/>
                </a:solidFill>
              </a:defRPr>
            </a:lvl6pPr>
            <a:lvl7pPr lvl="6" algn="ctr">
              <a:spcBef>
                <a:spcPts val="0"/>
              </a:spcBef>
              <a:spcAft>
                <a:spcPts val="0"/>
              </a:spcAft>
              <a:buClr>
                <a:schemeClr val="dk1"/>
              </a:buClr>
              <a:buSzPts val="6400"/>
              <a:buFont typeface="IBM Plex Sans"/>
              <a:buNone/>
              <a:defRPr sz="6400">
                <a:solidFill>
                  <a:schemeClr val="dk1"/>
                </a:solidFill>
              </a:defRPr>
            </a:lvl7pPr>
            <a:lvl8pPr lvl="7" algn="ctr">
              <a:spcBef>
                <a:spcPts val="0"/>
              </a:spcBef>
              <a:spcAft>
                <a:spcPts val="0"/>
              </a:spcAft>
              <a:buClr>
                <a:schemeClr val="dk1"/>
              </a:buClr>
              <a:buSzPts val="6400"/>
              <a:buFont typeface="IBM Plex Sans"/>
              <a:buNone/>
              <a:defRPr sz="6400">
                <a:solidFill>
                  <a:schemeClr val="dk1"/>
                </a:solidFill>
              </a:defRPr>
            </a:lvl8pPr>
            <a:lvl9pPr lvl="8" algn="ctr">
              <a:spcBef>
                <a:spcPts val="0"/>
              </a:spcBef>
              <a:spcAft>
                <a:spcPts val="0"/>
              </a:spcAft>
              <a:buClr>
                <a:schemeClr val="dk1"/>
              </a:buClr>
              <a:buSzPts val="6400"/>
              <a:buFont typeface="IBM Plex Sans"/>
              <a:buNone/>
              <a:defRPr sz="6400">
                <a:solidFill>
                  <a:schemeClr val="dk1"/>
                </a:solidFill>
              </a:defRPr>
            </a:lvl9pPr>
          </a:lstStyle>
          <a:p/>
        </p:txBody>
      </p:sp>
      <p:sp>
        <p:nvSpPr>
          <p:cNvPr id="220" name="Google Shape;220;p1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SzPts val="800"/>
              <a:buNone/>
              <a:defRPr sz="800">
                <a:solidFill>
                  <a:schemeClr val="dk1"/>
                </a:solidFill>
                <a:latin typeface="IBM Plex Sans"/>
                <a:ea typeface="IBM Plex Sans"/>
                <a:cs typeface="IBM Plex Sans"/>
                <a:sym typeface="IBM Plex Sans"/>
              </a:defRPr>
            </a:lvl1pPr>
            <a:lvl2pPr lvl="1" algn="r">
              <a:buSzPts val="800"/>
              <a:buNone/>
              <a:defRPr sz="800">
                <a:solidFill>
                  <a:schemeClr val="dk1"/>
                </a:solidFill>
                <a:latin typeface="IBM Plex Sans"/>
                <a:ea typeface="IBM Plex Sans"/>
                <a:cs typeface="IBM Plex Sans"/>
                <a:sym typeface="IBM Plex Sans"/>
              </a:defRPr>
            </a:lvl2pPr>
            <a:lvl3pPr lvl="2" algn="r">
              <a:buSzPts val="800"/>
              <a:buNone/>
              <a:defRPr sz="800">
                <a:solidFill>
                  <a:schemeClr val="dk1"/>
                </a:solidFill>
                <a:latin typeface="IBM Plex Sans"/>
                <a:ea typeface="IBM Plex Sans"/>
                <a:cs typeface="IBM Plex Sans"/>
                <a:sym typeface="IBM Plex Sans"/>
              </a:defRPr>
            </a:lvl3pPr>
            <a:lvl4pPr lvl="3" algn="r">
              <a:buSzPts val="800"/>
              <a:buNone/>
              <a:defRPr sz="800">
                <a:solidFill>
                  <a:schemeClr val="dk1"/>
                </a:solidFill>
                <a:latin typeface="IBM Plex Sans"/>
                <a:ea typeface="IBM Plex Sans"/>
                <a:cs typeface="IBM Plex Sans"/>
                <a:sym typeface="IBM Plex Sans"/>
              </a:defRPr>
            </a:lvl4pPr>
            <a:lvl5pPr lvl="4" algn="r">
              <a:buSzPts val="800"/>
              <a:buNone/>
              <a:defRPr sz="800">
                <a:solidFill>
                  <a:schemeClr val="dk1"/>
                </a:solidFill>
                <a:latin typeface="IBM Plex Sans"/>
                <a:ea typeface="IBM Plex Sans"/>
                <a:cs typeface="IBM Plex Sans"/>
                <a:sym typeface="IBM Plex Sans"/>
              </a:defRPr>
            </a:lvl5pPr>
            <a:lvl6pPr lvl="5" algn="r">
              <a:buSzPts val="800"/>
              <a:buNone/>
              <a:defRPr sz="800">
                <a:solidFill>
                  <a:schemeClr val="dk1"/>
                </a:solidFill>
                <a:latin typeface="IBM Plex Sans"/>
                <a:ea typeface="IBM Plex Sans"/>
                <a:cs typeface="IBM Plex Sans"/>
                <a:sym typeface="IBM Plex Sans"/>
              </a:defRPr>
            </a:lvl6pPr>
            <a:lvl7pPr lvl="6" algn="r">
              <a:buSzPts val="800"/>
              <a:buNone/>
              <a:defRPr sz="800">
                <a:solidFill>
                  <a:schemeClr val="dk1"/>
                </a:solidFill>
                <a:latin typeface="IBM Plex Sans"/>
                <a:ea typeface="IBM Plex Sans"/>
                <a:cs typeface="IBM Plex Sans"/>
                <a:sym typeface="IBM Plex Sans"/>
              </a:defRPr>
            </a:lvl7pPr>
            <a:lvl8pPr lvl="7" algn="r">
              <a:buSzPts val="800"/>
              <a:buNone/>
              <a:defRPr sz="800">
                <a:solidFill>
                  <a:schemeClr val="dk1"/>
                </a:solidFill>
                <a:latin typeface="IBM Plex Sans"/>
                <a:ea typeface="IBM Plex Sans"/>
                <a:cs typeface="IBM Plex Sans"/>
                <a:sym typeface="IBM Plex Sans"/>
              </a:defRPr>
            </a:lvl8pPr>
            <a:lvl9pPr lvl="8" algn="r">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221" name="Google Shape;221;p13"/>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222" name="Google Shape;222;p13"/>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223" name="Google Shape;223;p13"/>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
    <p:bg>
      <p:bgPr>
        <a:solidFill>
          <a:schemeClr val="dk2"/>
        </a:solidFill>
      </p:bgPr>
    </p:bg>
    <p:spTree>
      <p:nvGrpSpPr>
        <p:cNvPr id="224" name="Shape 224"/>
        <p:cNvGrpSpPr/>
        <p:nvPr/>
      </p:nvGrpSpPr>
      <p:grpSpPr>
        <a:xfrm>
          <a:off x="0" y="0"/>
          <a:ext cx="0" cy="0"/>
          <a:chOff x="0" y="0"/>
          <a:chExt cx="0" cy="0"/>
        </a:xfrm>
      </p:grpSpPr>
      <p:sp>
        <p:nvSpPr>
          <p:cNvPr id="225" name="Google Shape;225;p14"/>
          <p:cNvSpPr/>
          <p:nvPr/>
        </p:nvSpPr>
        <p:spPr>
          <a:xfrm>
            <a:off x="6411926"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4"/>
                </a:solidFill>
                <a:latin typeface="IBM Plex Sans"/>
                <a:ea typeface="IBM Plex Sans"/>
                <a:cs typeface="IBM Plex Sans"/>
                <a:sym typeface="IBM Plex Sans"/>
              </a:rPr>
              <a:t>0</a:t>
            </a:r>
            <a:r>
              <a:rPr lang="en" sz="1600">
                <a:solidFill>
                  <a:schemeClr val="accent4"/>
                </a:solidFill>
                <a:latin typeface="IBM Plex Sans"/>
                <a:ea typeface="IBM Plex Sans"/>
                <a:cs typeface="IBM Plex Sans"/>
                <a:sym typeface="IBM Plex Sans"/>
              </a:rPr>
              <a:t>3</a:t>
            </a:r>
            <a:endParaRPr sz="1600">
              <a:solidFill>
                <a:schemeClr val="accent4"/>
              </a:solidFill>
              <a:latin typeface="IBM Plex Sans"/>
              <a:ea typeface="IBM Plex Sans"/>
              <a:cs typeface="IBM Plex Sans"/>
              <a:sym typeface="IBM Plex Sans"/>
            </a:endParaRPr>
          </a:p>
        </p:txBody>
      </p:sp>
      <p:sp>
        <p:nvSpPr>
          <p:cNvPr id="226" name="Google Shape;226;p14"/>
          <p:cNvSpPr/>
          <p:nvPr/>
        </p:nvSpPr>
        <p:spPr>
          <a:xfrm>
            <a:off x="436801"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4"/>
                </a:solidFill>
                <a:latin typeface="IBM Plex Sans"/>
                <a:ea typeface="IBM Plex Sans"/>
                <a:cs typeface="IBM Plex Sans"/>
                <a:sym typeface="IBM Plex Sans"/>
              </a:rPr>
              <a:t>0</a:t>
            </a:r>
            <a:r>
              <a:rPr lang="en" sz="1600">
                <a:solidFill>
                  <a:schemeClr val="accent4"/>
                </a:solidFill>
                <a:latin typeface="IBM Plex Sans"/>
                <a:ea typeface="IBM Plex Sans"/>
                <a:cs typeface="IBM Plex Sans"/>
                <a:sym typeface="IBM Plex Sans"/>
              </a:rPr>
              <a:t>1</a:t>
            </a:r>
            <a:endParaRPr sz="1600">
              <a:solidFill>
                <a:schemeClr val="accent4"/>
              </a:solidFill>
              <a:latin typeface="IBM Plex Sans"/>
              <a:ea typeface="IBM Plex Sans"/>
              <a:cs typeface="IBM Plex Sans"/>
              <a:sym typeface="IBM Plex Sans"/>
            </a:endParaRPr>
          </a:p>
        </p:txBody>
      </p:sp>
      <p:sp>
        <p:nvSpPr>
          <p:cNvPr id="227" name="Google Shape;227;p14"/>
          <p:cNvSpPr/>
          <p:nvPr/>
        </p:nvSpPr>
        <p:spPr>
          <a:xfrm>
            <a:off x="3487789"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600">
                <a:solidFill>
                  <a:schemeClr val="accent4"/>
                </a:solidFill>
                <a:latin typeface="IBM Plex Sans"/>
                <a:ea typeface="IBM Plex Sans"/>
                <a:cs typeface="IBM Plex Sans"/>
                <a:sym typeface="IBM Plex Sans"/>
              </a:rPr>
              <a:t>0</a:t>
            </a:r>
            <a:r>
              <a:rPr lang="en" sz="1600">
                <a:solidFill>
                  <a:schemeClr val="accent4"/>
                </a:solidFill>
                <a:latin typeface="IBM Plex Sans"/>
                <a:ea typeface="IBM Plex Sans"/>
                <a:cs typeface="IBM Plex Sans"/>
                <a:sym typeface="IBM Plex Sans"/>
              </a:rPr>
              <a:t>2</a:t>
            </a:r>
            <a:endParaRPr sz="1600">
              <a:solidFill>
                <a:schemeClr val="accent4"/>
              </a:solidFill>
              <a:latin typeface="IBM Plex Sans"/>
              <a:ea typeface="IBM Plex Sans"/>
              <a:cs typeface="IBM Plex Sans"/>
              <a:sym typeface="IBM Plex Sans"/>
            </a:endParaRPr>
          </a:p>
        </p:txBody>
      </p:sp>
      <p:sp>
        <p:nvSpPr>
          <p:cNvPr id="228" name="Google Shape;228;p14"/>
          <p:cNvSpPr txBox="1"/>
          <p:nvPr>
            <p:ph idx="1" type="subTitle"/>
          </p:nvPr>
        </p:nvSpPr>
        <p:spPr>
          <a:xfrm>
            <a:off x="436725" y="3189775"/>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229" name="Google Shape;229;p14"/>
          <p:cNvSpPr txBox="1"/>
          <p:nvPr>
            <p:ph idx="2" type="subTitle"/>
          </p:nvPr>
        </p:nvSpPr>
        <p:spPr>
          <a:xfrm>
            <a:off x="3490450" y="3189775"/>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230" name="Google Shape;230;p14"/>
          <p:cNvSpPr txBox="1"/>
          <p:nvPr>
            <p:ph idx="3" type="subTitle"/>
          </p:nvPr>
        </p:nvSpPr>
        <p:spPr>
          <a:xfrm>
            <a:off x="6424500" y="3189775"/>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IBM Plex Sans"/>
              <a:buNone/>
              <a:defRPr sz="1800">
                <a:solidFill>
                  <a:schemeClr val="lt1"/>
                </a:solidFill>
              </a:defRPr>
            </a:lvl1pPr>
            <a:lvl2pPr lvl="1">
              <a:spcBef>
                <a:spcPts val="0"/>
              </a:spcBef>
              <a:spcAft>
                <a:spcPts val="0"/>
              </a:spcAft>
              <a:buClr>
                <a:schemeClr val="lt1"/>
              </a:buClr>
              <a:buSzPts val="1800"/>
              <a:buFont typeface="IBM Plex Sans"/>
              <a:buNone/>
              <a:defRPr sz="1800">
                <a:solidFill>
                  <a:schemeClr val="lt1"/>
                </a:solidFill>
              </a:defRPr>
            </a:lvl2pPr>
            <a:lvl3pPr lvl="2">
              <a:spcBef>
                <a:spcPts val="0"/>
              </a:spcBef>
              <a:spcAft>
                <a:spcPts val="0"/>
              </a:spcAft>
              <a:buClr>
                <a:schemeClr val="lt1"/>
              </a:buClr>
              <a:buSzPts val="1800"/>
              <a:buFont typeface="IBM Plex Sans"/>
              <a:buNone/>
              <a:defRPr sz="1800">
                <a:solidFill>
                  <a:schemeClr val="lt1"/>
                </a:solidFill>
              </a:defRPr>
            </a:lvl3pPr>
            <a:lvl4pPr lvl="3">
              <a:spcBef>
                <a:spcPts val="0"/>
              </a:spcBef>
              <a:spcAft>
                <a:spcPts val="0"/>
              </a:spcAft>
              <a:buClr>
                <a:schemeClr val="lt1"/>
              </a:buClr>
              <a:buSzPts val="1800"/>
              <a:buFont typeface="IBM Plex Sans"/>
              <a:buNone/>
              <a:defRPr sz="1800">
                <a:solidFill>
                  <a:schemeClr val="lt1"/>
                </a:solidFill>
              </a:defRPr>
            </a:lvl4pPr>
            <a:lvl5pPr lvl="4">
              <a:spcBef>
                <a:spcPts val="0"/>
              </a:spcBef>
              <a:spcAft>
                <a:spcPts val="0"/>
              </a:spcAft>
              <a:buClr>
                <a:schemeClr val="lt1"/>
              </a:buClr>
              <a:buSzPts val="1800"/>
              <a:buFont typeface="IBM Plex Sans"/>
              <a:buNone/>
              <a:defRPr sz="1800">
                <a:solidFill>
                  <a:schemeClr val="lt1"/>
                </a:solidFill>
              </a:defRPr>
            </a:lvl5pPr>
            <a:lvl6pPr lvl="5">
              <a:spcBef>
                <a:spcPts val="0"/>
              </a:spcBef>
              <a:spcAft>
                <a:spcPts val="0"/>
              </a:spcAft>
              <a:buClr>
                <a:schemeClr val="lt1"/>
              </a:buClr>
              <a:buSzPts val="1800"/>
              <a:buFont typeface="IBM Plex Sans"/>
              <a:buNone/>
              <a:defRPr sz="1800">
                <a:solidFill>
                  <a:schemeClr val="lt1"/>
                </a:solidFill>
              </a:defRPr>
            </a:lvl6pPr>
            <a:lvl7pPr lvl="6">
              <a:spcBef>
                <a:spcPts val="0"/>
              </a:spcBef>
              <a:spcAft>
                <a:spcPts val="0"/>
              </a:spcAft>
              <a:buClr>
                <a:schemeClr val="lt1"/>
              </a:buClr>
              <a:buSzPts val="1800"/>
              <a:buFont typeface="IBM Plex Sans"/>
              <a:buNone/>
              <a:defRPr sz="1800">
                <a:solidFill>
                  <a:schemeClr val="lt1"/>
                </a:solidFill>
              </a:defRPr>
            </a:lvl7pPr>
            <a:lvl8pPr lvl="7">
              <a:spcBef>
                <a:spcPts val="0"/>
              </a:spcBef>
              <a:spcAft>
                <a:spcPts val="0"/>
              </a:spcAft>
              <a:buClr>
                <a:schemeClr val="lt1"/>
              </a:buClr>
              <a:buSzPts val="1800"/>
              <a:buFont typeface="IBM Plex Sans"/>
              <a:buNone/>
              <a:defRPr sz="1800">
                <a:solidFill>
                  <a:schemeClr val="lt1"/>
                </a:solidFill>
              </a:defRPr>
            </a:lvl8pPr>
            <a:lvl9pPr lvl="8">
              <a:spcBef>
                <a:spcPts val="0"/>
              </a:spcBef>
              <a:spcAft>
                <a:spcPts val="0"/>
              </a:spcAft>
              <a:buClr>
                <a:schemeClr val="lt1"/>
              </a:buClr>
              <a:buSzPts val="1800"/>
              <a:buFont typeface="IBM Plex Sans"/>
              <a:buNone/>
              <a:defRPr sz="1800">
                <a:solidFill>
                  <a:schemeClr val="lt1"/>
                </a:solidFill>
              </a:defRPr>
            </a:lvl9pPr>
          </a:lstStyle>
          <a:p/>
        </p:txBody>
      </p:sp>
      <p:sp>
        <p:nvSpPr>
          <p:cNvPr id="231" name="Google Shape;231;p14"/>
          <p:cNvSpPr txBox="1"/>
          <p:nvPr>
            <p:ph idx="4" type="subTitle"/>
          </p:nvPr>
        </p:nvSpPr>
        <p:spPr>
          <a:xfrm>
            <a:off x="436725" y="814797"/>
            <a:ext cx="27192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32" name="Google Shape;232;p14"/>
          <p:cNvSpPr txBox="1"/>
          <p:nvPr>
            <p:ph type="title"/>
          </p:nvPr>
        </p:nvSpPr>
        <p:spPr>
          <a:xfrm>
            <a:off x="436725" y="1231825"/>
            <a:ext cx="55527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33" name="Google Shape;233;p1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1pPr>
            <a:lvl2pPr indent="0" lvl="1"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2pPr>
            <a:lvl3pPr indent="0" lvl="2"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3pPr>
            <a:lvl4pPr indent="0" lvl="3"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4pPr>
            <a:lvl5pPr indent="0" lvl="4"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5pPr>
            <a:lvl6pPr indent="0" lvl="5"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6pPr>
            <a:lvl7pPr indent="0" lvl="6"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7pPr>
            <a:lvl8pPr indent="0" lvl="7"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8pPr>
            <a:lvl9pPr indent="0" lvl="8" marL="0" marR="0" algn="r">
              <a:lnSpc>
                <a:spcPct val="100000"/>
              </a:lnSpc>
              <a:spcBef>
                <a:spcPts val="0"/>
              </a:spcBef>
              <a:spcAft>
                <a:spcPts val="0"/>
              </a:spcAft>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34" name="Google Shape;234;p14"/>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35" name="Google Shape;235;p14"/>
          <p:cNvSpPr txBox="1"/>
          <p:nvPr>
            <p:ph idx="5"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36" name="Google Shape;236;p14"/>
          <p:cNvSpPr txBox="1"/>
          <p:nvPr>
            <p:ph idx="6"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237" name="Google Shape;237;p14"/>
          <p:cNvSpPr txBox="1"/>
          <p:nvPr>
            <p:ph idx="7" type="body"/>
          </p:nvPr>
        </p:nvSpPr>
        <p:spPr>
          <a:xfrm>
            <a:off x="436800" y="3844323"/>
            <a:ext cx="2366700" cy="83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38" name="Google Shape;238;p14"/>
          <p:cNvSpPr txBox="1"/>
          <p:nvPr>
            <p:ph idx="8" type="body"/>
          </p:nvPr>
        </p:nvSpPr>
        <p:spPr>
          <a:xfrm>
            <a:off x="3490438" y="3844323"/>
            <a:ext cx="2366700" cy="83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39" name="Google Shape;239;p14"/>
          <p:cNvSpPr txBox="1"/>
          <p:nvPr>
            <p:ph idx="9" type="body"/>
          </p:nvPr>
        </p:nvSpPr>
        <p:spPr>
          <a:xfrm>
            <a:off x="6411925" y="3844323"/>
            <a:ext cx="2366700" cy="839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p:cSld name="CUSTOM_7">
    <p:bg>
      <p:bgPr>
        <a:solidFill>
          <a:schemeClr val="dk2"/>
        </a:solidFill>
      </p:bgPr>
    </p:bg>
    <p:spTree>
      <p:nvGrpSpPr>
        <p:cNvPr id="240" name="Shape 240"/>
        <p:cNvGrpSpPr/>
        <p:nvPr/>
      </p:nvGrpSpPr>
      <p:grpSpPr>
        <a:xfrm>
          <a:off x="0" y="0"/>
          <a:ext cx="0" cy="0"/>
          <a:chOff x="0" y="0"/>
          <a:chExt cx="0" cy="0"/>
        </a:xfrm>
      </p:grpSpPr>
      <p:sp>
        <p:nvSpPr>
          <p:cNvPr id="241" name="Google Shape;241;p15"/>
          <p:cNvSpPr txBox="1"/>
          <p:nvPr>
            <p:ph type="title"/>
          </p:nvPr>
        </p:nvSpPr>
        <p:spPr>
          <a:xfrm>
            <a:off x="436725" y="457200"/>
            <a:ext cx="8230200" cy="587700"/>
          </a:xfrm>
          <a:prstGeom prst="rect">
            <a:avLst/>
          </a:prstGeom>
        </p:spPr>
        <p:txBody>
          <a:bodyPr anchorCtr="0" anchor="t" bIns="0" lIns="0" spcFirstLastPara="1" rIns="0" wrap="square" tIns="0">
            <a:sp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42" name="Google Shape;242;p1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43" name="Google Shape;243;p15"/>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44" name="Google Shape;244;p15"/>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45" name="Google Shape;245;p15"/>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1">
    <p:bg>
      <p:bgPr>
        <a:solidFill>
          <a:schemeClr val="dk2"/>
        </a:solidFill>
      </p:bgPr>
    </p:bg>
    <p:spTree>
      <p:nvGrpSpPr>
        <p:cNvPr id="246" name="Shape 246"/>
        <p:cNvGrpSpPr/>
        <p:nvPr/>
      </p:nvGrpSpPr>
      <p:grpSpPr>
        <a:xfrm>
          <a:off x="0" y="0"/>
          <a:ext cx="0" cy="0"/>
          <a:chOff x="0" y="0"/>
          <a:chExt cx="0" cy="0"/>
        </a:xfrm>
      </p:grpSpPr>
      <p:sp>
        <p:nvSpPr>
          <p:cNvPr id="247" name="Google Shape;247;p16"/>
          <p:cNvSpPr txBox="1"/>
          <p:nvPr>
            <p:ph idx="1" type="subTitle"/>
          </p:nvPr>
        </p:nvSpPr>
        <p:spPr>
          <a:xfrm>
            <a:off x="436725" y="2484131"/>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48" name="Google Shape;248;p16"/>
          <p:cNvSpPr txBox="1"/>
          <p:nvPr>
            <p:ph type="title"/>
          </p:nvPr>
        </p:nvSpPr>
        <p:spPr>
          <a:xfrm>
            <a:off x="436725" y="1231825"/>
            <a:ext cx="55527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49" name="Google Shape;249;p16"/>
          <p:cNvSpPr txBox="1"/>
          <p:nvPr>
            <p:ph idx="2" type="subTitle"/>
          </p:nvPr>
        </p:nvSpPr>
        <p:spPr>
          <a:xfrm>
            <a:off x="436725" y="3828397"/>
            <a:ext cx="23667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50" name="Google Shape;250;p16"/>
          <p:cNvSpPr txBox="1"/>
          <p:nvPr>
            <p:ph idx="3" type="subTitle"/>
          </p:nvPr>
        </p:nvSpPr>
        <p:spPr>
          <a:xfrm>
            <a:off x="3431950" y="2484131"/>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51" name="Google Shape;251;p16"/>
          <p:cNvSpPr txBox="1"/>
          <p:nvPr>
            <p:ph idx="4" type="subTitle"/>
          </p:nvPr>
        </p:nvSpPr>
        <p:spPr>
          <a:xfrm>
            <a:off x="3431950" y="3828397"/>
            <a:ext cx="23667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52" name="Google Shape;252;p16"/>
          <p:cNvSpPr txBox="1"/>
          <p:nvPr>
            <p:ph idx="5" type="subTitle"/>
          </p:nvPr>
        </p:nvSpPr>
        <p:spPr>
          <a:xfrm>
            <a:off x="6368675" y="2484131"/>
            <a:ext cx="2366700" cy="4527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53" name="Google Shape;253;p16"/>
          <p:cNvSpPr txBox="1"/>
          <p:nvPr>
            <p:ph idx="6" type="subTitle"/>
          </p:nvPr>
        </p:nvSpPr>
        <p:spPr>
          <a:xfrm>
            <a:off x="6368675" y="3828397"/>
            <a:ext cx="23667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54" name="Google Shape;254;p16"/>
          <p:cNvSpPr txBox="1"/>
          <p:nvPr>
            <p:ph idx="7" type="subTitle"/>
          </p:nvPr>
        </p:nvSpPr>
        <p:spPr>
          <a:xfrm>
            <a:off x="436725" y="814799"/>
            <a:ext cx="271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55" name="Google Shape;255;p1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56" name="Google Shape;256;p16"/>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57" name="Google Shape;257;p16"/>
          <p:cNvSpPr txBox="1"/>
          <p:nvPr>
            <p:ph idx="8"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58" name="Google Shape;258;p16"/>
          <p:cNvSpPr txBox="1"/>
          <p:nvPr>
            <p:ph idx="9"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
        <p:nvSpPr>
          <p:cNvPr id="259" name="Google Shape;259;p16"/>
          <p:cNvSpPr txBox="1"/>
          <p:nvPr>
            <p:ph idx="13" type="body"/>
          </p:nvPr>
        </p:nvSpPr>
        <p:spPr>
          <a:xfrm>
            <a:off x="436800" y="4347850"/>
            <a:ext cx="2366700" cy="336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60" name="Google Shape;260;p16"/>
          <p:cNvSpPr txBox="1"/>
          <p:nvPr>
            <p:ph idx="14" type="body"/>
          </p:nvPr>
        </p:nvSpPr>
        <p:spPr>
          <a:xfrm>
            <a:off x="3490438" y="4347850"/>
            <a:ext cx="2366700" cy="336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61" name="Google Shape;261;p16"/>
          <p:cNvSpPr txBox="1"/>
          <p:nvPr>
            <p:ph idx="15" type="body"/>
          </p:nvPr>
        </p:nvSpPr>
        <p:spPr>
          <a:xfrm>
            <a:off x="6411925" y="4347850"/>
            <a:ext cx="2366700" cy="336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9">
    <p:bg>
      <p:bgPr>
        <a:solidFill>
          <a:schemeClr val="lt2"/>
        </a:solidFill>
      </p:bgPr>
    </p:bg>
    <p:spTree>
      <p:nvGrpSpPr>
        <p:cNvPr id="262" name="Shape 262"/>
        <p:cNvGrpSpPr/>
        <p:nvPr/>
      </p:nvGrpSpPr>
      <p:grpSpPr>
        <a:xfrm>
          <a:off x="0" y="0"/>
          <a:ext cx="0" cy="0"/>
          <a:chOff x="0" y="0"/>
          <a:chExt cx="0" cy="0"/>
        </a:xfrm>
      </p:grpSpPr>
      <p:sp>
        <p:nvSpPr>
          <p:cNvPr id="263" name="Google Shape;263;p17"/>
          <p:cNvSpPr txBox="1"/>
          <p:nvPr>
            <p:ph type="title"/>
          </p:nvPr>
        </p:nvSpPr>
        <p:spPr>
          <a:xfrm>
            <a:off x="436725" y="1231825"/>
            <a:ext cx="55527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64" name="Google Shape;264;p17"/>
          <p:cNvSpPr txBox="1"/>
          <p:nvPr>
            <p:ph idx="1" type="subTitle"/>
          </p:nvPr>
        </p:nvSpPr>
        <p:spPr>
          <a:xfrm>
            <a:off x="436725" y="4173075"/>
            <a:ext cx="2451300" cy="5106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5" name="Google Shape;265;p17"/>
          <p:cNvSpPr txBox="1"/>
          <p:nvPr>
            <p:ph idx="2" type="subTitle"/>
          </p:nvPr>
        </p:nvSpPr>
        <p:spPr>
          <a:xfrm>
            <a:off x="3360229" y="4173075"/>
            <a:ext cx="2451300" cy="5106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6" name="Google Shape;266;p17"/>
          <p:cNvSpPr txBox="1"/>
          <p:nvPr>
            <p:ph idx="3" type="subTitle"/>
          </p:nvPr>
        </p:nvSpPr>
        <p:spPr>
          <a:xfrm>
            <a:off x="6420029" y="4173075"/>
            <a:ext cx="2451300" cy="5106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7" name="Google Shape;267;p17"/>
          <p:cNvSpPr txBox="1"/>
          <p:nvPr>
            <p:ph idx="4" type="subTitle"/>
          </p:nvPr>
        </p:nvSpPr>
        <p:spPr>
          <a:xfrm>
            <a:off x="436725" y="814799"/>
            <a:ext cx="271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68" name="Google Shape;268;p1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69" name="Google Shape;269;p17"/>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70" name="Google Shape;270;p17"/>
          <p:cNvSpPr txBox="1"/>
          <p:nvPr>
            <p:ph idx="5"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71" name="Google Shape;271;p17"/>
          <p:cNvSpPr txBox="1"/>
          <p:nvPr>
            <p:ph idx="6"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272" name="Shape 272"/>
        <p:cNvGrpSpPr/>
        <p:nvPr/>
      </p:nvGrpSpPr>
      <p:grpSpPr>
        <a:xfrm>
          <a:off x="0" y="0"/>
          <a:ext cx="0" cy="0"/>
          <a:chOff x="0" y="0"/>
          <a:chExt cx="0" cy="0"/>
        </a:xfrm>
      </p:grpSpPr>
      <p:sp>
        <p:nvSpPr>
          <p:cNvPr id="273" name="Google Shape;273;p18"/>
          <p:cNvSpPr txBox="1"/>
          <p:nvPr>
            <p:ph idx="1" type="subTitle"/>
          </p:nvPr>
        </p:nvSpPr>
        <p:spPr>
          <a:xfrm>
            <a:off x="6600775" y="2561222"/>
            <a:ext cx="1877400" cy="485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274" name="Google Shape;274;p18"/>
          <p:cNvSpPr txBox="1"/>
          <p:nvPr>
            <p:ph idx="2" type="body"/>
          </p:nvPr>
        </p:nvSpPr>
        <p:spPr>
          <a:xfrm>
            <a:off x="3479850" y="4132200"/>
            <a:ext cx="2271000" cy="778200"/>
          </a:xfrm>
          <a:prstGeom prst="rect">
            <a:avLst/>
          </a:prstGeom>
        </p:spPr>
        <p:txBody>
          <a:bodyPr anchorCtr="0" anchor="b" bIns="91425" lIns="0" spcFirstLastPara="1" rIns="0" wrap="square" tIns="0">
            <a:no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0"/>
              </a:spcBef>
              <a:spcAft>
                <a:spcPts val="0"/>
              </a:spcAft>
              <a:buClr>
                <a:schemeClr val="lt1"/>
              </a:buClr>
              <a:buSzPts val="1200"/>
              <a:buFont typeface="IBM Plex Sans"/>
              <a:buChar char="○"/>
              <a:defRPr sz="1200">
                <a:solidFill>
                  <a:schemeClr val="lt1"/>
                </a:solidFill>
              </a:defRPr>
            </a:lvl2pPr>
            <a:lvl3pPr indent="-304800" lvl="2" marL="1371600" algn="ctr">
              <a:spcBef>
                <a:spcPts val="0"/>
              </a:spcBef>
              <a:spcAft>
                <a:spcPts val="0"/>
              </a:spcAft>
              <a:buClr>
                <a:schemeClr val="lt1"/>
              </a:buClr>
              <a:buSzPts val="1200"/>
              <a:buFont typeface="IBM Plex Sans"/>
              <a:buChar char="■"/>
              <a:defRPr sz="1200">
                <a:solidFill>
                  <a:schemeClr val="lt1"/>
                </a:solidFill>
              </a:defRPr>
            </a:lvl3pPr>
            <a:lvl4pPr indent="-304800" lvl="3" marL="1828800" algn="ctr">
              <a:spcBef>
                <a:spcPts val="0"/>
              </a:spcBef>
              <a:spcAft>
                <a:spcPts val="0"/>
              </a:spcAft>
              <a:buClr>
                <a:schemeClr val="lt1"/>
              </a:buClr>
              <a:buSzPts val="1200"/>
              <a:buFont typeface="IBM Plex Sans"/>
              <a:buChar char="●"/>
              <a:defRPr sz="1200">
                <a:solidFill>
                  <a:schemeClr val="lt1"/>
                </a:solidFill>
              </a:defRPr>
            </a:lvl4pPr>
            <a:lvl5pPr indent="-304800" lvl="4" marL="2286000" algn="ctr">
              <a:spcBef>
                <a:spcPts val="0"/>
              </a:spcBef>
              <a:spcAft>
                <a:spcPts val="0"/>
              </a:spcAft>
              <a:buClr>
                <a:schemeClr val="lt1"/>
              </a:buClr>
              <a:buSzPts val="1200"/>
              <a:buFont typeface="IBM Plex Sans"/>
              <a:buChar char="○"/>
              <a:defRPr sz="1200">
                <a:solidFill>
                  <a:schemeClr val="lt1"/>
                </a:solidFill>
              </a:defRPr>
            </a:lvl5pPr>
            <a:lvl6pPr indent="-304800" lvl="5" marL="2743200" algn="ctr">
              <a:spcBef>
                <a:spcPts val="0"/>
              </a:spcBef>
              <a:spcAft>
                <a:spcPts val="0"/>
              </a:spcAft>
              <a:buClr>
                <a:schemeClr val="lt1"/>
              </a:buClr>
              <a:buSzPts val="1200"/>
              <a:buFont typeface="IBM Plex Sans"/>
              <a:buChar char="■"/>
              <a:defRPr sz="1200">
                <a:solidFill>
                  <a:schemeClr val="lt1"/>
                </a:solidFill>
              </a:defRPr>
            </a:lvl6pPr>
            <a:lvl7pPr indent="-304800" lvl="6" marL="3200400" algn="ctr">
              <a:spcBef>
                <a:spcPts val="0"/>
              </a:spcBef>
              <a:spcAft>
                <a:spcPts val="0"/>
              </a:spcAft>
              <a:buClr>
                <a:schemeClr val="lt1"/>
              </a:buClr>
              <a:buSzPts val="1200"/>
              <a:buFont typeface="IBM Plex Sans"/>
              <a:buChar char="●"/>
              <a:defRPr sz="1200">
                <a:solidFill>
                  <a:schemeClr val="lt1"/>
                </a:solidFill>
              </a:defRPr>
            </a:lvl7pPr>
            <a:lvl8pPr indent="-304800" lvl="7" marL="3657600" algn="ctr">
              <a:spcBef>
                <a:spcPts val="0"/>
              </a:spcBef>
              <a:spcAft>
                <a:spcPts val="0"/>
              </a:spcAft>
              <a:buClr>
                <a:schemeClr val="lt1"/>
              </a:buClr>
              <a:buSzPts val="1200"/>
              <a:buFont typeface="IBM Plex Sans"/>
              <a:buChar char="○"/>
              <a:defRPr sz="1200">
                <a:solidFill>
                  <a:schemeClr val="lt1"/>
                </a:solidFill>
              </a:defRPr>
            </a:lvl8pPr>
            <a:lvl9pPr indent="-304800" lvl="8" marL="4114800" algn="ctr">
              <a:spcBef>
                <a:spcPts val="0"/>
              </a:spcBef>
              <a:spcAft>
                <a:spcPts val="0"/>
              </a:spcAft>
              <a:buClr>
                <a:schemeClr val="lt1"/>
              </a:buClr>
              <a:buSzPts val="1200"/>
              <a:buFont typeface="IBM Plex Sans"/>
              <a:buChar char="■"/>
              <a:defRPr sz="1200">
                <a:solidFill>
                  <a:schemeClr val="lt1"/>
                </a:solidFill>
              </a:defRPr>
            </a:lvl9pPr>
          </a:lstStyle>
          <a:p/>
        </p:txBody>
      </p:sp>
      <p:sp>
        <p:nvSpPr>
          <p:cNvPr id="275" name="Google Shape;275;p18"/>
          <p:cNvSpPr txBox="1"/>
          <p:nvPr>
            <p:ph idx="3" type="subTitle"/>
          </p:nvPr>
        </p:nvSpPr>
        <p:spPr>
          <a:xfrm>
            <a:off x="440575" y="2672701"/>
            <a:ext cx="23667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76" name="Google Shape;276;p18"/>
          <p:cNvSpPr txBox="1"/>
          <p:nvPr>
            <p:ph idx="4" type="body"/>
          </p:nvPr>
        </p:nvSpPr>
        <p:spPr>
          <a:xfrm>
            <a:off x="436800" y="3140767"/>
            <a:ext cx="2366700" cy="1771500"/>
          </a:xfrm>
          <a:prstGeom prst="rect">
            <a:avLst/>
          </a:prstGeom>
        </p:spPr>
        <p:txBody>
          <a:bodyPr anchorCtr="0" anchor="t" bIns="91425" lIns="0" spcFirstLastPara="1" rIns="0" wrap="square" tIns="0">
            <a:no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0"/>
              </a:spcBef>
              <a:spcAft>
                <a:spcPts val="0"/>
              </a:spcAft>
              <a:buClr>
                <a:schemeClr val="lt1"/>
              </a:buClr>
              <a:buSzPts val="1000"/>
              <a:buFont typeface="IBM Plex Sans"/>
              <a:buChar char="○"/>
              <a:defRPr>
                <a:solidFill>
                  <a:schemeClr val="lt1"/>
                </a:solidFill>
              </a:defRPr>
            </a:lvl2pPr>
            <a:lvl3pPr indent="-292100" lvl="2" marL="1371600">
              <a:spcBef>
                <a:spcPts val="0"/>
              </a:spcBef>
              <a:spcAft>
                <a:spcPts val="0"/>
              </a:spcAft>
              <a:buClr>
                <a:schemeClr val="lt1"/>
              </a:buClr>
              <a:buSzPts val="1000"/>
              <a:buFont typeface="IBM Plex Sans"/>
              <a:buChar char="■"/>
              <a:defRPr>
                <a:solidFill>
                  <a:schemeClr val="lt1"/>
                </a:solidFill>
              </a:defRPr>
            </a:lvl3pPr>
            <a:lvl4pPr indent="-292100" lvl="3" marL="1828800">
              <a:spcBef>
                <a:spcPts val="0"/>
              </a:spcBef>
              <a:spcAft>
                <a:spcPts val="0"/>
              </a:spcAft>
              <a:buClr>
                <a:schemeClr val="lt1"/>
              </a:buClr>
              <a:buSzPts val="1000"/>
              <a:buFont typeface="IBM Plex Sans"/>
              <a:buChar char="●"/>
              <a:defRPr>
                <a:solidFill>
                  <a:schemeClr val="lt1"/>
                </a:solidFill>
              </a:defRPr>
            </a:lvl4pPr>
            <a:lvl5pPr indent="-292100" lvl="4" marL="2286000">
              <a:spcBef>
                <a:spcPts val="0"/>
              </a:spcBef>
              <a:spcAft>
                <a:spcPts val="0"/>
              </a:spcAft>
              <a:buClr>
                <a:schemeClr val="lt1"/>
              </a:buClr>
              <a:buSzPts val="1000"/>
              <a:buFont typeface="IBM Plex Sans"/>
              <a:buChar char="○"/>
              <a:defRPr>
                <a:solidFill>
                  <a:schemeClr val="lt1"/>
                </a:solidFill>
              </a:defRPr>
            </a:lvl5pPr>
            <a:lvl6pPr indent="-292100" lvl="5" marL="2743200">
              <a:spcBef>
                <a:spcPts val="0"/>
              </a:spcBef>
              <a:spcAft>
                <a:spcPts val="0"/>
              </a:spcAft>
              <a:buClr>
                <a:schemeClr val="lt1"/>
              </a:buClr>
              <a:buSzPts val="1000"/>
              <a:buFont typeface="IBM Plex Sans"/>
              <a:buChar char="■"/>
              <a:defRPr>
                <a:solidFill>
                  <a:schemeClr val="lt1"/>
                </a:solidFill>
              </a:defRPr>
            </a:lvl6pPr>
            <a:lvl7pPr indent="-292100" lvl="6" marL="3200400">
              <a:spcBef>
                <a:spcPts val="0"/>
              </a:spcBef>
              <a:spcAft>
                <a:spcPts val="0"/>
              </a:spcAft>
              <a:buClr>
                <a:schemeClr val="lt1"/>
              </a:buClr>
              <a:buSzPts val="1000"/>
              <a:buFont typeface="IBM Plex Sans"/>
              <a:buChar char="●"/>
              <a:defRPr>
                <a:solidFill>
                  <a:schemeClr val="lt1"/>
                </a:solidFill>
              </a:defRPr>
            </a:lvl7pPr>
            <a:lvl8pPr indent="-292100" lvl="7" marL="3657600">
              <a:spcBef>
                <a:spcPts val="0"/>
              </a:spcBef>
              <a:spcAft>
                <a:spcPts val="0"/>
              </a:spcAft>
              <a:buClr>
                <a:schemeClr val="lt1"/>
              </a:buClr>
              <a:buSzPts val="1000"/>
              <a:buFont typeface="IBM Plex Sans"/>
              <a:buChar char="○"/>
              <a:defRPr>
                <a:solidFill>
                  <a:schemeClr val="lt1"/>
                </a:solidFill>
              </a:defRPr>
            </a:lvl8pPr>
            <a:lvl9pPr indent="-292100" lvl="8" marL="4114800">
              <a:spcBef>
                <a:spcPts val="0"/>
              </a:spcBef>
              <a:spcAft>
                <a:spcPts val="0"/>
              </a:spcAft>
              <a:buClr>
                <a:schemeClr val="lt1"/>
              </a:buClr>
              <a:buSzPts val="1000"/>
              <a:buFont typeface="IBM Plex Sans"/>
              <a:buChar char="■"/>
              <a:defRPr>
                <a:solidFill>
                  <a:schemeClr val="lt1"/>
                </a:solidFill>
              </a:defRPr>
            </a:lvl9pPr>
          </a:lstStyle>
          <a:p/>
        </p:txBody>
      </p:sp>
      <p:sp>
        <p:nvSpPr>
          <p:cNvPr id="277" name="Google Shape;277;p18"/>
          <p:cNvSpPr txBox="1"/>
          <p:nvPr>
            <p:ph idx="5" type="subTitle"/>
          </p:nvPr>
        </p:nvSpPr>
        <p:spPr>
          <a:xfrm>
            <a:off x="3633300" y="3251650"/>
            <a:ext cx="1877400" cy="258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78" name="Google Shape;278;p18"/>
          <p:cNvSpPr txBox="1"/>
          <p:nvPr>
            <p:ph idx="6" type="subTitle"/>
          </p:nvPr>
        </p:nvSpPr>
        <p:spPr>
          <a:xfrm>
            <a:off x="6600775" y="3251650"/>
            <a:ext cx="1877400" cy="258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79" name="Google Shape;279;p18"/>
          <p:cNvSpPr txBox="1"/>
          <p:nvPr>
            <p:ph idx="7" type="subTitle"/>
          </p:nvPr>
        </p:nvSpPr>
        <p:spPr>
          <a:xfrm>
            <a:off x="6600775" y="4569325"/>
            <a:ext cx="1877400" cy="2583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280" name="Google Shape;280;p18"/>
          <p:cNvSpPr txBox="1"/>
          <p:nvPr>
            <p:ph idx="8" type="subTitle"/>
          </p:nvPr>
        </p:nvSpPr>
        <p:spPr>
          <a:xfrm>
            <a:off x="3633300" y="2561222"/>
            <a:ext cx="1877400" cy="485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281" name="Google Shape;281;p18"/>
          <p:cNvSpPr txBox="1"/>
          <p:nvPr>
            <p:ph idx="9" type="subTitle"/>
          </p:nvPr>
        </p:nvSpPr>
        <p:spPr>
          <a:xfrm>
            <a:off x="436725" y="814800"/>
            <a:ext cx="41823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82" name="Google Shape;282;p18"/>
          <p:cNvSpPr txBox="1"/>
          <p:nvPr>
            <p:ph type="title"/>
          </p:nvPr>
        </p:nvSpPr>
        <p:spPr>
          <a:xfrm>
            <a:off x="436725" y="1231825"/>
            <a:ext cx="41823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83" name="Google Shape;283;p1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284" name="Google Shape;284;p18"/>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285" name="Google Shape;285;p18"/>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286" name="Google Shape;286;p18"/>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8">
  <p:cSld name="CUSTOM_11_1_1">
    <p:bg>
      <p:bgPr>
        <a:solidFill>
          <a:schemeClr val="dk2"/>
        </a:solidFill>
      </p:bgPr>
    </p:bg>
    <p:spTree>
      <p:nvGrpSpPr>
        <p:cNvPr id="287" name="Shape 287"/>
        <p:cNvGrpSpPr/>
        <p:nvPr/>
      </p:nvGrpSpPr>
      <p:grpSpPr>
        <a:xfrm>
          <a:off x="0" y="0"/>
          <a:ext cx="0" cy="0"/>
          <a:chOff x="0" y="0"/>
          <a:chExt cx="0" cy="0"/>
        </a:xfrm>
      </p:grpSpPr>
      <p:cxnSp>
        <p:nvCxnSpPr>
          <p:cNvPr id="288" name="Google Shape;288;p19"/>
          <p:cNvCxnSpPr/>
          <p:nvPr/>
        </p:nvCxnSpPr>
        <p:spPr>
          <a:xfrm>
            <a:off x="3146975" y="0"/>
            <a:ext cx="0" cy="5143500"/>
          </a:xfrm>
          <a:prstGeom prst="straightConnector1">
            <a:avLst/>
          </a:prstGeom>
          <a:noFill/>
          <a:ln cap="flat" cmpd="sng" w="9525">
            <a:solidFill>
              <a:schemeClr val="lt2"/>
            </a:solidFill>
            <a:prstDash val="solid"/>
            <a:round/>
            <a:headEnd len="med" w="med" type="none"/>
            <a:tailEnd len="med" w="med" type="none"/>
          </a:ln>
        </p:spPr>
      </p:cxnSp>
      <p:sp>
        <p:nvSpPr>
          <p:cNvPr id="289" name="Google Shape;289;p19"/>
          <p:cNvSpPr txBox="1"/>
          <p:nvPr>
            <p:ph idx="1" type="subTitle"/>
          </p:nvPr>
        </p:nvSpPr>
        <p:spPr>
          <a:xfrm>
            <a:off x="436725" y="814800"/>
            <a:ext cx="23019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290" name="Google Shape;290;p19"/>
          <p:cNvSpPr txBox="1"/>
          <p:nvPr>
            <p:ph type="title"/>
          </p:nvPr>
        </p:nvSpPr>
        <p:spPr>
          <a:xfrm>
            <a:off x="436725" y="1231825"/>
            <a:ext cx="2301900" cy="587700"/>
          </a:xfrm>
          <a:prstGeom prst="rect">
            <a:avLst/>
          </a:prstGeom>
        </p:spPr>
        <p:txBody>
          <a:bodyPr anchorCtr="0" anchor="t"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291" name="Google Shape;291;p19"/>
          <p:cNvSpPr txBox="1"/>
          <p:nvPr>
            <p:ph idx="2" type="subTitle"/>
          </p:nvPr>
        </p:nvSpPr>
        <p:spPr>
          <a:xfrm>
            <a:off x="3687450" y="8148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2" name="Google Shape;292;p19"/>
          <p:cNvSpPr txBox="1"/>
          <p:nvPr>
            <p:ph idx="3" type="subTitle"/>
          </p:nvPr>
        </p:nvSpPr>
        <p:spPr>
          <a:xfrm>
            <a:off x="5948075" y="8148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sp>
        <p:nvSpPr>
          <p:cNvPr id="293" name="Google Shape;293;p19"/>
          <p:cNvSpPr txBox="1"/>
          <p:nvPr>
            <p:ph idx="4" type="subTitle"/>
          </p:nvPr>
        </p:nvSpPr>
        <p:spPr>
          <a:xfrm>
            <a:off x="3687450" y="18351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4" name="Google Shape;294;p19"/>
          <p:cNvSpPr txBox="1"/>
          <p:nvPr>
            <p:ph idx="5" type="subTitle"/>
          </p:nvPr>
        </p:nvSpPr>
        <p:spPr>
          <a:xfrm>
            <a:off x="5948075" y="18351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sp>
        <p:nvSpPr>
          <p:cNvPr id="295" name="Google Shape;295;p19"/>
          <p:cNvSpPr txBox="1"/>
          <p:nvPr>
            <p:ph idx="6" type="subTitle"/>
          </p:nvPr>
        </p:nvSpPr>
        <p:spPr>
          <a:xfrm>
            <a:off x="3687450" y="28554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6" name="Google Shape;296;p19"/>
          <p:cNvSpPr txBox="1"/>
          <p:nvPr>
            <p:ph idx="7" type="subTitle"/>
          </p:nvPr>
        </p:nvSpPr>
        <p:spPr>
          <a:xfrm>
            <a:off x="5948075" y="28554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sp>
        <p:nvSpPr>
          <p:cNvPr id="297" name="Google Shape;297;p19"/>
          <p:cNvSpPr txBox="1"/>
          <p:nvPr>
            <p:ph idx="8" type="subTitle"/>
          </p:nvPr>
        </p:nvSpPr>
        <p:spPr>
          <a:xfrm>
            <a:off x="3687450" y="3875700"/>
            <a:ext cx="949200" cy="258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98" name="Google Shape;298;p19"/>
          <p:cNvSpPr txBox="1"/>
          <p:nvPr>
            <p:ph idx="9" type="subTitle"/>
          </p:nvPr>
        </p:nvSpPr>
        <p:spPr>
          <a:xfrm>
            <a:off x="5948075" y="3875700"/>
            <a:ext cx="2691000" cy="2583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000"/>
              <a:buFont typeface="IBM Plex Sans"/>
              <a:buNone/>
              <a:defRPr sz="1000">
                <a:solidFill>
                  <a:schemeClr val="accent4"/>
                </a:solidFill>
              </a:defRPr>
            </a:lvl1pPr>
            <a:lvl2pPr lvl="1">
              <a:spcBef>
                <a:spcPts val="0"/>
              </a:spcBef>
              <a:spcAft>
                <a:spcPts val="0"/>
              </a:spcAft>
              <a:buClr>
                <a:schemeClr val="accent4"/>
              </a:buClr>
              <a:buSzPts val="1000"/>
              <a:buFont typeface="IBM Plex Sans"/>
              <a:buNone/>
              <a:defRPr sz="1000">
                <a:solidFill>
                  <a:schemeClr val="accent4"/>
                </a:solidFill>
              </a:defRPr>
            </a:lvl2pPr>
            <a:lvl3pPr lvl="2">
              <a:spcBef>
                <a:spcPts val="0"/>
              </a:spcBef>
              <a:spcAft>
                <a:spcPts val="0"/>
              </a:spcAft>
              <a:buClr>
                <a:schemeClr val="accent4"/>
              </a:buClr>
              <a:buSzPts val="1000"/>
              <a:buFont typeface="IBM Plex Sans"/>
              <a:buNone/>
              <a:defRPr sz="1000">
                <a:solidFill>
                  <a:schemeClr val="accent4"/>
                </a:solidFill>
              </a:defRPr>
            </a:lvl3pPr>
            <a:lvl4pPr lvl="3">
              <a:spcBef>
                <a:spcPts val="0"/>
              </a:spcBef>
              <a:spcAft>
                <a:spcPts val="0"/>
              </a:spcAft>
              <a:buClr>
                <a:schemeClr val="accent4"/>
              </a:buClr>
              <a:buSzPts val="1000"/>
              <a:buFont typeface="IBM Plex Sans"/>
              <a:buNone/>
              <a:defRPr sz="1000">
                <a:solidFill>
                  <a:schemeClr val="accent4"/>
                </a:solidFill>
              </a:defRPr>
            </a:lvl4pPr>
            <a:lvl5pPr lvl="4">
              <a:spcBef>
                <a:spcPts val="0"/>
              </a:spcBef>
              <a:spcAft>
                <a:spcPts val="0"/>
              </a:spcAft>
              <a:buClr>
                <a:schemeClr val="accent4"/>
              </a:buClr>
              <a:buSzPts val="1000"/>
              <a:buFont typeface="IBM Plex Sans"/>
              <a:buNone/>
              <a:defRPr sz="1000">
                <a:solidFill>
                  <a:schemeClr val="accent4"/>
                </a:solidFill>
              </a:defRPr>
            </a:lvl5pPr>
            <a:lvl6pPr lvl="5">
              <a:spcBef>
                <a:spcPts val="0"/>
              </a:spcBef>
              <a:spcAft>
                <a:spcPts val="0"/>
              </a:spcAft>
              <a:buClr>
                <a:schemeClr val="accent4"/>
              </a:buClr>
              <a:buSzPts val="1000"/>
              <a:buFont typeface="IBM Plex Sans"/>
              <a:buNone/>
              <a:defRPr sz="1000">
                <a:solidFill>
                  <a:schemeClr val="accent4"/>
                </a:solidFill>
              </a:defRPr>
            </a:lvl6pPr>
            <a:lvl7pPr lvl="6">
              <a:spcBef>
                <a:spcPts val="0"/>
              </a:spcBef>
              <a:spcAft>
                <a:spcPts val="0"/>
              </a:spcAft>
              <a:buClr>
                <a:schemeClr val="accent4"/>
              </a:buClr>
              <a:buSzPts val="1000"/>
              <a:buFont typeface="IBM Plex Sans"/>
              <a:buNone/>
              <a:defRPr sz="1000">
                <a:solidFill>
                  <a:schemeClr val="accent4"/>
                </a:solidFill>
              </a:defRPr>
            </a:lvl7pPr>
            <a:lvl8pPr lvl="7">
              <a:spcBef>
                <a:spcPts val="0"/>
              </a:spcBef>
              <a:spcAft>
                <a:spcPts val="0"/>
              </a:spcAft>
              <a:buClr>
                <a:schemeClr val="accent4"/>
              </a:buClr>
              <a:buSzPts val="1000"/>
              <a:buFont typeface="IBM Plex Sans"/>
              <a:buNone/>
              <a:defRPr sz="1000">
                <a:solidFill>
                  <a:schemeClr val="accent4"/>
                </a:solidFill>
              </a:defRPr>
            </a:lvl8pPr>
            <a:lvl9pPr lvl="8">
              <a:spcBef>
                <a:spcPts val="0"/>
              </a:spcBef>
              <a:spcAft>
                <a:spcPts val="0"/>
              </a:spcAft>
              <a:buClr>
                <a:schemeClr val="accent4"/>
              </a:buClr>
              <a:buSzPts val="1000"/>
              <a:buFont typeface="IBM Plex Sans"/>
              <a:buNone/>
              <a:defRPr sz="1000">
                <a:solidFill>
                  <a:schemeClr val="accent4"/>
                </a:solidFill>
              </a:defRPr>
            </a:lvl9pPr>
          </a:lstStyle>
          <a:p/>
        </p:txBody>
      </p:sp>
      <p:grpSp>
        <p:nvGrpSpPr>
          <p:cNvPr id="299" name="Google Shape;299;p19"/>
          <p:cNvGrpSpPr/>
          <p:nvPr/>
        </p:nvGrpSpPr>
        <p:grpSpPr>
          <a:xfrm>
            <a:off x="-2496534" y="3870995"/>
            <a:ext cx="6226684" cy="6226684"/>
            <a:chOff x="-3059650" y="1891300"/>
            <a:chExt cx="7160400" cy="7160400"/>
          </a:xfrm>
        </p:grpSpPr>
        <p:sp>
          <p:nvSpPr>
            <p:cNvPr id="300" name="Google Shape;300;p19"/>
            <p:cNvSpPr/>
            <p:nvPr/>
          </p:nvSpPr>
          <p:spPr>
            <a:xfrm flipH="1" rot="5400000">
              <a:off x="-3059650" y="1891300"/>
              <a:ext cx="7160400" cy="7160400"/>
            </a:xfrm>
            <a:prstGeom prst="arc">
              <a:avLst>
                <a:gd fmla="val 18371962" name="adj1"/>
                <a:gd fmla="val 69257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01" name="Google Shape;301;p19"/>
            <p:cNvSpPr/>
            <p:nvPr/>
          </p:nvSpPr>
          <p:spPr>
            <a:xfrm flipH="1" rot="5400000">
              <a:off x="-1851199" y="3109695"/>
              <a:ext cx="4734900" cy="4735200"/>
            </a:xfrm>
            <a:prstGeom prst="arc">
              <a:avLst>
                <a:gd fmla="val 20003341" name="adj1"/>
                <a:gd fmla="val 105165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02" name="Google Shape;302;p19"/>
            <p:cNvSpPr/>
            <p:nvPr/>
          </p:nvSpPr>
          <p:spPr>
            <a:xfrm>
              <a:off x="558070" y="1959534"/>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sp>
        <p:nvSpPr>
          <p:cNvPr id="303" name="Google Shape;303;p1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304" name="Google Shape;304;p19"/>
          <p:cNvCxnSpPr/>
          <p:nvPr/>
        </p:nvCxnSpPr>
        <p:spPr>
          <a:xfrm>
            <a:off x="8217600" y="233875"/>
            <a:ext cx="0" cy="99000"/>
          </a:xfrm>
          <a:prstGeom prst="straightConnector1">
            <a:avLst/>
          </a:prstGeom>
          <a:noFill/>
          <a:ln cap="flat" cmpd="sng" w="9525">
            <a:solidFill>
              <a:schemeClr val="lt1"/>
            </a:solidFill>
            <a:prstDash val="solid"/>
            <a:round/>
            <a:headEnd len="med" w="med" type="none"/>
            <a:tailEnd len="med" w="med" type="none"/>
          </a:ln>
        </p:spPr>
      </p:cxnSp>
      <p:sp>
        <p:nvSpPr>
          <p:cNvPr id="305" name="Google Shape;305;p19"/>
          <p:cNvSpPr txBox="1"/>
          <p:nvPr>
            <p:ph idx="13"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06" name="Google Shape;306;p19"/>
          <p:cNvSpPr txBox="1"/>
          <p:nvPr>
            <p:ph idx="14"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12">
    <p:spTree>
      <p:nvGrpSpPr>
        <p:cNvPr id="307" name="Shape 307"/>
        <p:cNvGrpSpPr/>
        <p:nvPr/>
      </p:nvGrpSpPr>
      <p:grpSpPr>
        <a:xfrm>
          <a:off x="0" y="0"/>
          <a:ext cx="0" cy="0"/>
          <a:chOff x="0" y="0"/>
          <a:chExt cx="0" cy="0"/>
        </a:xfrm>
      </p:grpSpPr>
      <p:sp>
        <p:nvSpPr>
          <p:cNvPr id="308" name="Google Shape;308;p20"/>
          <p:cNvSpPr txBox="1"/>
          <p:nvPr>
            <p:ph type="title"/>
          </p:nvPr>
        </p:nvSpPr>
        <p:spPr>
          <a:xfrm>
            <a:off x="436725" y="1856744"/>
            <a:ext cx="4182300" cy="1726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309" name="Google Shape;309;p20"/>
          <p:cNvSpPr txBox="1"/>
          <p:nvPr>
            <p:ph idx="1" type="subTitle"/>
          </p:nvPr>
        </p:nvSpPr>
        <p:spPr>
          <a:xfrm>
            <a:off x="436725" y="4040806"/>
            <a:ext cx="4346700" cy="452700"/>
          </a:xfrm>
          <a:prstGeom prst="rect">
            <a:avLst/>
          </a:prstGeom>
        </p:spPr>
        <p:txBody>
          <a:bodyPr anchorCtr="0" anchor="t" bIns="91425" lIns="0" spcFirstLastPara="1" rIns="91425" wrap="square" tIns="91425">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310" name="Google Shape;310;p2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grpSp>
        <p:nvGrpSpPr>
          <p:cNvPr id="311" name="Google Shape;311;p20"/>
          <p:cNvGrpSpPr/>
          <p:nvPr/>
        </p:nvGrpSpPr>
        <p:grpSpPr>
          <a:xfrm>
            <a:off x="4617928" y="-2295175"/>
            <a:ext cx="8097623" cy="8097300"/>
            <a:chOff x="4617928" y="-2295175"/>
            <a:chExt cx="8097623" cy="8097300"/>
          </a:xfrm>
        </p:grpSpPr>
        <p:sp>
          <p:nvSpPr>
            <p:cNvPr id="312" name="Google Shape;312;p20"/>
            <p:cNvSpPr/>
            <p:nvPr/>
          </p:nvSpPr>
          <p:spPr>
            <a:xfrm rot="10800000">
              <a:off x="7966809" y="4424636"/>
              <a:ext cx="1375200" cy="1375500"/>
            </a:xfrm>
            <a:prstGeom prst="arc">
              <a:avLst>
                <a:gd fmla="val 21412732" name="adj1"/>
                <a:gd fmla="val 8118525"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3" name="Google Shape;313;p20"/>
            <p:cNvSpPr/>
            <p:nvPr/>
          </p:nvSpPr>
          <p:spPr>
            <a:xfrm rot="10800000">
              <a:off x="4617928" y="981337"/>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4" name="Google Shape;314;p20"/>
            <p:cNvSpPr/>
            <p:nvPr/>
          </p:nvSpPr>
          <p:spPr>
            <a:xfrm rot="10800000">
              <a:off x="6503978" y="2402224"/>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5" name="Google Shape;315;p20"/>
            <p:cNvSpPr/>
            <p:nvPr/>
          </p:nvSpPr>
          <p:spPr>
            <a:xfrm rot="10800000">
              <a:off x="4618250" y="-2295175"/>
              <a:ext cx="8097300" cy="8097300"/>
            </a:xfrm>
            <a:prstGeom prst="arc">
              <a:avLst>
                <a:gd fmla="val 18189000" name="adj1"/>
                <a:gd fmla="val 154273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16" name="Google Shape;316;p20"/>
            <p:cNvSpPr/>
            <p:nvPr/>
          </p:nvSpPr>
          <p:spPr>
            <a:xfrm rot="10800000">
              <a:off x="7371951" y="458150"/>
              <a:ext cx="2590200" cy="2590500"/>
            </a:xfrm>
            <a:prstGeom prst="arc">
              <a:avLst>
                <a:gd fmla="val 14906789" name="adj1"/>
                <a:gd fmla="val 669075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sp>
          <p:nvSpPr>
            <p:cNvPr id="317" name="Google Shape;317;p20"/>
            <p:cNvSpPr/>
            <p:nvPr/>
          </p:nvSpPr>
          <p:spPr>
            <a:xfrm rot="10800000">
              <a:off x="5993840" y="-923950"/>
              <a:ext cx="5354400" cy="5354700"/>
            </a:xfrm>
            <a:prstGeom prst="arc">
              <a:avLst>
                <a:gd fmla="val 15584619" name="adj1"/>
                <a:gd fmla="val 2466172"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grpSp>
      <p:cxnSp>
        <p:nvCxnSpPr>
          <p:cNvPr id="318" name="Google Shape;318;p20"/>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0"/>
          <p:cNvSpPr txBox="1"/>
          <p:nvPr>
            <p:ph idx="2"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320" name="Google Shape;320;p20"/>
          <p:cNvSpPr txBox="1"/>
          <p:nvPr>
            <p:ph idx="3"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6_1">
    <p:spTree>
      <p:nvGrpSpPr>
        <p:cNvPr id="321" name="Shape 321"/>
        <p:cNvGrpSpPr/>
        <p:nvPr/>
      </p:nvGrpSpPr>
      <p:grpSpPr>
        <a:xfrm>
          <a:off x="0" y="0"/>
          <a:ext cx="0" cy="0"/>
          <a:chOff x="0" y="0"/>
          <a:chExt cx="0" cy="0"/>
        </a:xfrm>
      </p:grpSpPr>
      <p:sp>
        <p:nvSpPr>
          <p:cNvPr id="322" name="Google Shape;322;p21"/>
          <p:cNvSpPr txBox="1"/>
          <p:nvPr>
            <p:ph type="title"/>
          </p:nvPr>
        </p:nvSpPr>
        <p:spPr>
          <a:xfrm>
            <a:off x="436725" y="2781949"/>
            <a:ext cx="4182300" cy="784500"/>
          </a:xfrm>
          <a:prstGeom prst="rect">
            <a:avLst/>
          </a:prstGeom>
        </p:spPr>
        <p:txBody>
          <a:bodyPr anchorCtr="0" anchor="t" bIns="91425" lIns="0" spcFirstLastPara="1" rIns="91425" wrap="square" tIns="91425">
            <a:noAutofit/>
          </a:bodyPr>
          <a:lstStyle>
            <a:lvl1pPr lvl="0">
              <a:spcBef>
                <a:spcPts val="0"/>
              </a:spcBef>
              <a:spcAft>
                <a:spcPts val="0"/>
              </a:spcAft>
              <a:buNone/>
              <a:defRPr sz="4600"/>
            </a:lvl1pPr>
            <a:lvl2pPr lvl="1" algn="ctr">
              <a:lnSpc>
                <a:spcPct val="115000"/>
              </a:lnSpc>
              <a:spcBef>
                <a:spcPts val="0"/>
              </a:spcBef>
              <a:spcAft>
                <a:spcPts val="0"/>
              </a:spcAft>
              <a:buNone/>
              <a:defRPr sz="4600"/>
            </a:lvl2pPr>
            <a:lvl3pPr lvl="2" algn="ctr">
              <a:lnSpc>
                <a:spcPct val="115000"/>
              </a:lnSpc>
              <a:spcBef>
                <a:spcPts val="0"/>
              </a:spcBef>
              <a:spcAft>
                <a:spcPts val="0"/>
              </a:spcAft>
              <a:buNone/>
              <a:defRPr sz="4600"/>
            </a:lvl3pPr>
            <a:lvl4pPr lvl="3" algn="ctr">
              <a:lnSpc>
                <a:spcPct val="115000"/>
              </a:lnSpc>
              <a:spcBef>
                <a:spcPts val="0"/>
              </a:spcBef>
              <a:spcAft>
                <a:spcPts val="0"/>
              </a:spcAft>
              <a:buNone/>
              <a:defRPr sz="4600"/>
            </a:lvl4pPr>
            <a:lvl5pPr lvl="4" algn="ctr">
              <a:lnSpc>
                <a:spcPct val="115000"/>
              </a:lnSpc>
              <a:spcBef>
                <a:spcPts val="0"/>
              </a:spcBef>
              <a:spcAft>
                <a:spcPts val="0"/>
              </a:spcAft>
              <a:buNone/>
              <a:defRPr sz="4600"/>
            </a:lvl5pPr>
            <a:lvl6pPr lvl="5" algn="ctr">
              <a:lnSpc>
                <a:spcPct val="115000"/>
              </a:lnSpc>
              <a:spcBef>
                <a:spcPts val="0"/>
              </a:spcBef>
              <a:spcAft>
                <a:spcPts val="0"/>
              </a:spcAft>
              <a:buNone/>
              <a:defRPr sz="4600"/>
            </a:lvl6pPr>
            <a:lvl7pPr lvl="6" algn="ctr">
              <a:lnSpc>
                <a:spcPct val="115000"/>
              </a:lnSpc>
              <a:spcBef>
                <a:spcPts val="0"/>
              </a:spcBef>
              <a:spcAft>
                <a:spcPts val="0"/>
              </a:spcAft>
              <a:buNone/>
              <a:defRPr sz="4600"/>
            </a:lvl7pPr>
            <a:lvl8pPr lvl="7" algn="ctr">
              <a:lnSpc>
                <a:spcPct val="115000"/>
              </a:lnSpc>
              <a:spcBef>
                <a:spcPts val="0"/>
              </a:spcBef>
              <a:spcAft>
                <a:spcPts val="0"/>
              </a:spcAft>
              <a:buNone/>
              <a:defRPr sz="4600"/>
            </a:lvl8pPr>
            <a:lvl9pPr lvl="8" algn="ctr">
              <a:lnSpc>
                <a:spcPct val="115000"/>
              </a:lnSpc>
              <a:spcBef>
                <a:spcPts val="0"/>
              </a:spcBef>
              <a:spcAft>
                <a:spcPts val="0"/>
              </a:spcAft>
              <a:buNone/>
              <a:defRPr sz="4600"/>
            </a:lvl9pPr>
          </a:lstStyle>
          <a:p/>
        </p:txBody>
      </p:sp>
      <p:sp>
        <p:nvSpPr>
          <p:cNvPr id="323" name="Google Shape;323;p2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1pPr>
            <a:lvl2pPr indent="0" lvl="1"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2pPr>
            <a:lvl3pPr indent="0" lvl="2"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3pPr>
            <a:lvl4pPr indent="0" lvl="3"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4pPr>
            <a:lvl5pPr indent="0" lvl="4"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5pPr>
            <a:lvl6pPr indent="0" lvl="5"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6pPr>
            <a:lvl7pPr indent="0" lvl="6"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7pPr>
            <a:lvl8pPr indent="0" lvl="7"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8pPr>
            <a:lvl9pPr indent="0" lvl="8" marL="0" marR="0" algn="r">
              <a:lnSpc>
                <a:spcPct val="100000"/>
              </a:lnSpc>
              <a:spcBef>
                <a:spcPts val="0"/>
              </a:spcBef>
              <a:spcAft>
                <a:spcPts val="0"/>
              </a:spcAft>
              <a:buSzPts val="800"/>
              <a:buNone/>
              <a:defRPr sz="800">
                <a:solidFill>
                  <a:schemeClr val="dk1"/>
                </a:solidFill>
                <a:latin typeface="IBM Plex Sans"/>
                <a:ea typeface="IBM Plex Sans"/>
                <a:cs typeface="IBM Plex Sans"/>
                <a:sym typeface="IBM Plex Sans"/>
              </a:defRPr>
            </a:lvl9pPr>
          </a:lstStyle>
          <a:p>
            <a:pPr indent="-50800" lvl="0" marL="0" rtl="0" algn="r">
              <a:spcBef>
                <a:spcPts val="0"/>
              </a:spcBef>
              <a:spcAft>
                <a:spcPts val="0"/>
              </a:spcAft>
              <a:buClr>
                <a:schemeClr val="dk1"/>
              </a:buClr>
              <a:buSzPts val="800"/>
              <a:buFont typeface="IBM Plex Sans"/>
              <a:buNone/>
            </a:pPr>
            <a:fld id="{00000000-1234-1234-1234-123412341234}" type="slidenum">
              <a:rPr lang="en"/>
              <a:t>‹#›</a:t>
            </a:fld>
            <a:endParaRPr/>
          </a:p>
        </p:txBody>
      </p:sp>
      <p:cxnSp>
        <p:nvCxnSpPr>
          <p:cNvPr id="324" name="Google Shape;324;p21"/>
          <p:cNvCxnSpPr/>
          <p:nvPr/>
        </p:nvCxnSpPr>
        <p:spPr>
          <a:xfrm>
            <a:off x="8217600" y="233875"/>
            <a:ext cx="0" cy="99000"/>
          </a:xfrm>
          <a:prstGeom prst="straightConnector1">
            <a:avLst/>
          </a:prstGeom>
          <a:noFill/>
          <a:ln cap="flat" cmpd="sng" w="9525">
            <a:solidFill>
              <a:schemeClr val="dk1"/>
            </a:solidFill>
            <a:prstDash val="solid"/>
            <a:round/>
            <a:headEnd len="med" w="med" type="none"/>
            <a:tailEnd len="med" w="med" type="none"/>
          </a:ln>
        </p:spPr>
      </p:cxnSp>
      <p:sp>
        <p:nvSpPr>
          <p:cNvPr id="325" name="Google Shape;325;p21"/>
          <p:cNvSpPr txBox="1"/>
          <p:nvPr>
            <p:ph idx="1" type="subTitle"/>
          </p:nvPr>
        </p:nvSpPr>
        <p:spPr>
          <a:xfrm>
            <a:off x="6802800" y="230700"/>
            <a:ext cx="1050600" cy="1458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IBM Plex Sans"/>
              <a:buNone/>
              <a:defRPr sz="800"/>
            </a:lvl1pPr>
            <a:lvl2pPr lvl="1" algn="r">
              <a:spcBef>
                <a:spcPts val="0"/>
              </a:spcBef>
              <a:spcAft>
                <a:spcPts val="0"/>
              </a:spcAft>
              <a:buClr>
                <a:schemeClr val="dk1"/>
              </a:buClr>
              <a:buSzPts val="800"/>
              <a:buFont typeface="IBM Plex Sans"/>
              <a:buNone/>
              <a:defRPr sz="800">
                <a:solidFill>
                  <a:schemeClr val="dk1"/>
                </a:solidFill>
              </a:defRPr>
            </a:lvl2pPr>
            <a:lvl3pPr lvl="2" algn="r">
              <a:spcBef>
                <a:spcPts val="0"/>
              </a:spcBef>
              <a:spcAft>
                <a:spcPts val="0"/>
              </a:spcAft>
              <a:buClr>
                <a:schemeClr val="dk1"/>
              </a:buClr>
              <a:buSzPts val="800"/>
              <a:buFont typeface="IBM Plex Sans"/>
              <a:buNone/>
              <a:defRPr sz="800">
                <a:solidFill>
                  <a:schemeClr val="dk1"/>
                </a:solidFill>
              </a:defRPr>
            </a:lvl3pPr>
            <a:lvl4pPr lvl="3" algn="r">
              <a:spcBef>
                <a:spcPts val="0"/>
              </a:spcBef>
              <a:spcAft>
                <a:spcPts val="0"/>
              </a:spcAft>
              <a:buClr>
                <a:schemeClr val="dk1"/>
              </a:buClr>
              <a:buSzPts val="800"/>
              <a:buFont typeface="IBM Plex Sans"/>
              <a:buNone/>
              <a:defRPr sz="800">
                <a:solidFill>
                  <a:schemeClr val="dk1"/>
                </a:solidFill>
              </a:defRPr>
            </a:lvl4pPr>
            <a:lvl5pPr lvl="4" algn="r">
              <a:spcBef>
                <a:spcPts val="0"/>
              </a:spcBef>
              <a:spcAft>
                <a:spcPts val="0"/>
              </a:spcAft>
              <a:buClr>
                <a:schemeClr val="dk1"/>
              </a:buClr>
              <a:buSzPts val="800"/>
              <a:buFont typeface="IBM Plex Sans"/>
              <a:buNone/>
              <a:defRPr sz="800">
                <a:solidFill>
                  <a:schemeClr val="dk1"/>
                </a:solidFill>
              </a:defRPr>
            </a:lvl5pPr>
            <a:lvl6pPr lvl="5" algn="r">
              <a:spcBef>
                <a:spcPts val="0"/>
              </a:spcBef>
              <a:spcAft>
                <a:spcPts val="0"/>
              </a:spcAft>
              <a:buClr>
                <a:schemeClr val="dk1"/>
              </a:buClr>
              <a:buSzPts val="800"/>
              <a:buFont typeface="IBM Plex Sans"/>
              <a:buNone/>
              <a:defRPr sz="800">
                <a:solidFill>
                  <a:schemeClr val="dk1"/>
                </a:solidFill>
              </a:defRPr>
            </a:lvl6pPr>
            <a:lvl7pPr lvl="6" algn="r">
              <a:spcBef>
                <a:spcPts val="0"/>
              </a:spcBef>
              <a:spcAft>
                <a:spcPts val="0"/>
              </a:spcAft>
              <a:buClr>
                <a:schemeClr val="dk1"/>
              </a:buClr>
              <a:buSzPts val="800"/>
              <a:buFont typeface="IBM Plex Sans"/>
              <a:buNone/>
              <a:defRPr sz="800">
                <a:solidFill>
                  <a:schemeClr val="dk1"/>
                </a:solidFill>
              </a:defRPr>
            </a:lvl7pPr>
            <a:lvl8pPr lvl="7" algn="r">
              <a:spcBef>
                <a:spcPts val="0"/>
              </a:spcBef>
              <a:spcAft>
                <a:spcPts val="0"/>
              </a:spcAft>
              <a:buClr>
                <a:schemeClr val="dk1"/>
              </a:buClr>
              <a:buSzPts val="800"/>
              <a:buFont typeface="IBM Plex Sans"/>
              <a:buNone/>
              <a:defRPr sz="800">
                <a:solidFill>
                  <a:schemeClr val="dk1"/>
                </a:solidFill>
              </a:defRPr>
            </a:lvl8pPr>
            <a:lvl9pPr lvl="8" algn="r">
              <a:spcBef>
                <a:spcPts val="0"/>
              </a:spcBef>
              <a:spcAft>
                <a:spcPts val="0"/>
              </a:spcAft>
              <a:buClr>
                <a:schemeClr val="dk1"/>
              </a:buClr>
              <a:buSzPts val="800"/>
              <a:buFont typeface="IBM Plex Sans"/>
              <a:buNone/>
              <a:defRPr sz="800">
                <a:solidFill>
                  <a:schemeClr val="dk1"/>
                </a:solidFill>
              </a:defRPr>
            </a:lvl9pPr>
          </a:lstStyle>
          <a:p/>
        </p:txBody>
      </p:sp>
      <p:sp>
        <p:nvSpPr>
          <p:cNvPr id="326" name="Google Shape;326;p21"/>
          <p:cNvSpPr txBox="1"/>
          <p:nvPr>
            <p:ph idx="2" type="subTitle"/>
          </p:nvPr>
        </p:nvSpPr>
        <p:spPr>
          <a:xfrm>
            <a:off x="436725" y="230700"/>
            <a:ext cx="1893000" cy="228600"/>
          </a:xfrm>
          <a:prstGeom prst="rect">
            <a:avLst/>
          </a:prstGeom>
        </p:spPr>
        <p:txBody>
          <a:bodyPr anchorCtr="0" anchor="t" bIns="0" lIns="0" spcFirstLastPara="1" rIns="91425" wrap="square" tIns="0">
            <a:noAutofit/>
          </a:bodyPr>
          <a:lstStyle>
            <a:lvl1pPr lvl="0">
              <a:spcBef>
                <a:spcPts val="0"/>
              </a:spcBef>
              <a:spcAft>
                <a:spcPts val="0"/>
              </a:spcAft>
              <a:buClr>
                <a:schemeClr val="dk1"/>
              </a:buClr>
              <a:buSzPts val="800"/>
              <a:buFont typeface="IBM Plex Sans"/>
              <a:buNone/>
              <a:defRPr sz="800"/>
            </a:lvl1pPr>
            <a:lvl2pPr lvl="1">
              <a:spcBef>
                <a:spcPts val="0"/>
              </a:spcBef>
              <a:spcAft>
                <a:spcPts val="0"/>
              </a:spcAft>
              <a:buClr>
                <a:schemeClr val="dk1"/>
              </a:buClr>
              <a:buSzPts val="800"/>
              <a:buFont typeface="IBM Plex Sans"/>
              <a:buNone/>
              <a:defRPr sz="800">
                <a:solidFill>
                  <a:schemeClr val="dk1"/>
                </a:solidFill>
              </a:defRPr>
            </a:lvl2pPr>
            <a:lvl3pPr lvl="2">
              <a:spcBef>
                <a:spcPts val="0"/>
              </a:spcBef>
              <a:spcAft>
                <a:spcPts val="0"/>
              </a:spcAft>
              <a:buClr>
                <a:schemeClr val="dk1"/>
              </a:buClr>
              <a:buSzPts val="800"/>
              <a:buFont typeface="IBM Plex Sans"/>
              <a:buNone/>
              <a:defRPr sz="800">
                <a:solidFill>
                  <a:schemeClr val="dk1"/>
                </a:solidFill>
              </a:defRPr>
            </a:lvl3pPr>
            <a:lvl4pPr lvl="3">
              <a:spcBef>
                <a:spcPts val="0"/>
              </a:spcBef>
              <a:spcAft>
                <a:spcPts val="0"/>
              </a:spcAft>
              <a:buClr>
                <a:schemeClr val="dk1"/>
              </a:buClr>
              <a:buSzPts val="800"/>
              <a:buFont typeface="IBM Plex Sans"/>
              <a:buNone/>
              <a:defRPr sz="800">
                <a:solidFill>
                  <a:schemeClr val="dk1"/>
                </a:solidFill>
              </a:defRPr>
            </a:lvl4pPr>
            <a:lvl5pPr lvl="4">
              <a:spcBef>
                <a:spcPts val="0"/>
              </a:spcBef>
              <a:spcAft>
                <a:spcPts val="0"/>
              </a:spcAft>
              <a:buClr>
                <a:schemeClr val="dk1"/>
              </a:buClr>
              <a:buSzPts val="800"/>
              <a:buFont typeface="IBM Plex Sans"/>
              <a:buNone/>
              <a:defRPr sz="800">
                <a:solidFill>
                  <a:schemeClr val="dk1"/>
                </a:solidFill>
              </a:defRPr>
            </a:lvl5pPr>
            <a:lvl6pPr lvl="5">
              <a:spcBef>
                <a:spcPts val="0"/>
              </a:spcBef>
              <a:spcAft>
                <a:spcPts val="0"/>
              </a:spcAft>
              <a:buClr>
                <a:schemeClr val="dk1"/>
              </a:buClr>
              <a:buSzPts val="800"/>
              <a:buFont typeface="IBM Plex Sans"/>
              <a:buNone/>
              <a:defRPr sz="800">
                <a:solidFill>
                  <a:schemeClr val="dk1"/>
                </a:solidFill>
              </a:defRPr>
            </a:lvl6pPr>
            <a:lvl7pPr lvl="6">
              <a:spcBef>
                <a:spcPts val="0"/>
              </a:spcBef>
              <a:spcAft>
                <a:spcPts val="0"/>
              </a:spcAft>
              <a:buClr>
                <a:schemeClr val="dk1"/>
              </a:buClr>
              <a:buSzPts val="800"/>
              <a:buFont typeface="IBM Plex Sans"/>
              <a:buNone/>
              <a:defRPr sz="800">
                <a:solidFill>
                  <a:schemeClr val="dk1"/>
                </a:solidFill>
              </a:defRPr>
            </a:lvl7pPr>
            <a:lvl8pPr lvl="7">
              <a:spcBef>
                <a:spcPts val="0"/>
              </a:spcBef>
              <a:spcAft>
                <a:spcPts val="0"/>
              </a:spcAft>
              <a:buClr>
                <a:schemeClr val="dk1"/>
              </a:buClr>
              <a:buSzPts val="800"/>
              <a:buFont typeface="IBM Plex Sans"/>
              <a:buNone/>
              <a:defRPr sz="800">
                <a:solidFill>
                  <a:schemeClr val="dk1"/>
                </a:solidFill>
              </a:defRPr>
            </a:lvl8pPr>
            <a:lvl9pPr lvl="8">
              <a:spcBef>
                <a:spcPts val="0"/>
              </a:spcBef>
              <a:spcAft>
                <a:spcPts val="0"/>
              </a:spcAft>
              <a:buClr>
                <a:schemeClr val="dk1"/>
              </a:buClr>
              <a:buSzPts val="800"/>
              <a:buFont typeface="IBM Plex Sans"/>
              <a:buNone/>
              <a:defRPr sz="800">
                <a:solidFill>
                  <a:schemeClr val="dk1"/>
                </a:solidFill>
              </a:defRPr>
            </a:lvl9pPr>
          </a:lstStyle>
          <a:p/>
        </p:txBody>
      </p:sp>
      <p:grpSp>
        <p:nvGrpSpPr>
          <p:cNvPr id="327" name="Google Shape;327;p21"/>
          <p:cNvGrpSpPr/>
          <p:nvPr/>
        </p:nvGrpSpPr>
        <p:grpSpPr>
          <a:xfrm rot="10800000">
            <a:off x="4618955" y="-4359904"/>
            <a:ext cx="6916230" cy="6916230"/>
            <a:chOff x="-3059650" y="1891300"/>
            <a:chExt cx="7160400" cy="7160400"/>
          </a:xfrm>
        </p:grpSpPr>
        <p:sp>
          <p:nvSpPr>
            <p:cNvPr id="328" name="Google Shape;328;p21"/>
            <p:cNvSpPr/>
            <p:nvPr/>
          </p:nvSpPr>
          <p:spPr>
            <a:xfrm flipH="1" rot="5400000">
              <a:off x="-3059650" y="1891300"/>
              <a:ext cx="7160400" cy="7160400"/>
            </a:xfrm>
            <a:prstGeom prst="arc">
              <a:avLst>
                <a:gd fmla="val 17100715" name="adj1"/>
                <a:gd fmla="val 107222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29" name="Google Shape;329;p21"/>
            <p:cNvSpPr/>
            <p:nvPr/>
          </p:nvSpPr>
          <p:spPr>
            <a:xfrm flipH="1" rot="5400000">
              <a:off x="-1851199" y="3109695"/>
              <a:ext cx="4734900" cy="4735200"/>
            </a:xfrm>
            <a:prstGeom prst="arc">
              <a:avLst>
                <a:gd fmla="val 17607113" name="adj1"/>
                <a:gd fmla="val 165804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6"/>
                  </a:solidFill>
                  <a:latin typeface="IBM Plex Sans"/>
                  <a:ea typeface="IBM Plex Sans"/>
                  <a:cs typeface="IBM Plex Sans"/>
                  <a:sym typeface="IBM Plex Sans"/>
                </a:rPr>
                <a:t> </a:t>
              </a:r>
              <a:endParaRPr>
                <a:solidFill>
                  <a:schemeClr val="accent6"/>
                </a:solidFill>
                <a:latin typeface="IBM Plex Sans"/>
                <a:ea typeface="IBM Plex Sans"/>
                <a:cs typeface="IBM Plex Sans"/>
                <a:sym typeface="IBM Plex Sans"/>
              </a:endParaRPr>
            </a:p>
          </p:txBody>
        </p:sp>
        <p:sp>
          <p:nvSpPr>
            <p:cNvPr id="330" name="Google Shape;330;p21"/>
            <p:cNvSpPr/>
            <p:nvPr/>
          </p:nvSpPr>
          <p:spPr>
            <a:xfrm>
              <a:off x="1239430" y="2205756"/>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6"/>
                </a:solidFill>
                <a:latin typeface="IBM Plex Sans"/>
                <a:ea typeface="IBM Plex Sans"/>
                <a:cs typeface="IBM Plex Sans"/>
                <a:sym typeface="IBM Plex Sans"/>
              </a:endParaRPr>
            </a:p>
          </p:txBody>
        </p:sp>
      </p:grpSp>
      <p:cxnSp>
        <p:nvCxnSpPr>
          <p:cNvPr id="331" name="Google Shape;331;p21"/>
          <p:cNvCxnSpPr/>
          <p:nvPr/>
        </p:nvCxnSpPr>
        <p:spPr>
          <a:xfrm>
            <a:off x="0" y="2553350"/>
            <a:ext cx="9144000" cy="0"/>
          </a:xfrm>
          <a:prstGeom prst="straightConnector1">
            <a:avLst/>
          </a:prstGeom>
          <a:noFill/>
          <a:ln cap="flat" cmpd="sng" w="9525">
            <a:solidFill>
              <a:schemeClr val="lt2"/>
            </a:solidFill>
            <a:prstDash val="solid"/>
            <a:round/>
            <a:headEnd len="med" w="med" type="none"/>
            <a:tailEnd len="med" w="med" type="none"/>
          </a:ln>
        </p:spPr>
      </p:cxnSp>
      <p:sp>
        <p:nvSpPr>
          <p:cNvPr id="332" name="Google Shape;332;p21"/>
          <p:cNvSpPr txBox="1"/>
          <p:nvPr>
            <p:ph idx="3" type="subTitle"/>
          </p:nvPr>
        </p:nvSpPr>
        <p:spPr>
          <a:xfrm>
            <a:off x="436725" y="3675175"/>
            <a:ext cx="3813000" cy="737700"/>
          </a:xfrm>
          <a:prstGeom prst="rect">
            <a:avLst/>
          </a:prstGeom>
        </p:spPr>
        <p:txBody>
          <a:bodyPr anchorCtr="0" anchor="t" bIns="91425" lIns="0" spcFirstLastPara="1" rIns="91425" wrap="square" tIns="91425">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
        <p:nvSpPr>
          <p:cNvPr id="333" name="Google Shape;333;p21"/>
          <p:cNvSpPr txBox="1"/>
          <p:nvPr>
            <p:ph idx="4" type="subTitle"/>
          </p:nvPr>
        </p:nvSpPr>
        <p:spPr>
          <a:xfrm>
            <a:off x="4980750" y="3675175"/>
            <a:ext cx="3813000" cy="737700"/>
          </a:xfrm>
          <a:prstGeom prst="rect">
            <a:avLst/>
          </a:prstGeom>
        </p:spPr>
        <p:txBody>
          <a:bodyPr anchorCtr="0" anchor="t" bIns="91425" lIns="0" spcFirstLastPara="1" rIns="91425" wrap="square" tIns="91425">
            <a:noAutofit/>
          </a:bodyPr>
          <a:lstStyle>
            <a:lvl1pPr lvl="0">
              <a:spcBef>
                <a:spcPts val="0"/>
              </a:spcBef>
              <a:spcAft>
                <a:spcPts val="0"/>
              </a:spcAft>
              <a:buClr>
                <a:schemeClr val="accent1"/>
              </a:buClr>
              <a:buSzPts val="1000"/>
              <a:buFont typeface="IBM Plex Sans"/>
              <a:buNone/>
              <a:defRPr sz="1000">
                <a:solidFill>
                  <a:schemeClr val="accent1"/>
                </a:solidFill>
              </a:defRPr>
            </a:lvl1pPr>
            <a:lvl2pPr lvl="1">
              <a:spcBef>
                <a:spcPts val="0"/>
              </a:spcBef>
              <a:spcAft>
                <a:spcPts val="0"/>
              </a:spcAft>
              <a:buClr>
                <a:schemeClr val="accent1"/>
              </a:buClr>
              <a:buSzPts val="1000"/>
              <a:buFont typeface="IBM Plex Sans"/>
              <a:buNone/>
              <a:defRPr sz="1000">
                <a:solidFill>
                  <a:schemeClr val="accent1"/>
                </a:solidFill>
              </a:defRPr>
            </a:lvl2pPr>
            <a:lvl3pPr lvl="2">
              <a:spcBef>
                <a:spcPts val="0"/>
              </a:spcBef>
              <a:spcAft>
                <a:spcPts val="0"/>
              </a:spcAft>
              <a:buClr>
                <a:schemeClr val="accent1"/>
              </a:buClr>
              <a:buSzPts val="1000"/>
              <a:buFont typeface="IBM Plex Sans"/>
              <a:buNone/>
              <a:defRPr sz="1000">
                <a:solidFill>
                  <a:schemeClr val="accent1"/>
                </a:solidFill>
              </a:defRPr>
            </a:lvl3pPr>
            <a:lvl4pPr lvl="3">
              <a:spcBef>
                <a:spcPts val="0"/>
              </a:spcBef>
              <a:spcAft>
                <a:spcPts val="0"/>
              </a:spcAft>
              <a:buClr>
                <a:schemeClr val="accent1"/>
              </a:buClr>
              <a:buSzPts val="1000"/>
              <a:buFont typeface="IBM Plex Sans"/>
              <a:buNone/>
              <a:defRPr sz="1000">
                <a:solidFill>
                  <a:schemeClr val="accent1"/>
                </a:solidFill>
              </a:defRPr>
            </a:lvl4pPr>
            <a:lvl5pPr lvl="4">
              <a:spcBef>
                <a:spcPts val="0"/>
              </a:spcBef>
              <a:spcAft>
                <a:spcPts val="0"/>
              </a:spcAft>
              <a:buClr>
                <a:schemeClr val="accent1"/>
              </a:buClr>
              <a:buSzPts val="1000"/>
              <a:buFont typeface="IBM Plex Sans"/>
              <a:buNone/>
              <a:defRPr sz="1000">
                <a:solidFill>
                  <a:schemeClr val="accent1"/>
                </a:solidFill>
              </a:defRPr>
            </a:lvl5pPr>
            <a:lvl6pPr lvl="5">
              <a:spcBef>
                <a:spcPts val="0"/>
              </a:spcBef>
              <a:spcAft>
                <a:spcPts val="0"/>
              </a:spcAft>
              <a:buClr>
                <a:schemeClr val="accent1"/>
              </a:buClr>
              <a:buSzPts val="1000"/>
              <a:buFont typeface="IBM Plex Sans"/>
              <a:buNone/>
              <a:defRPr sz="1000">
                <a:solidFill>
                  <a:schemeClr val="accent1"/>
                </a:solidFill>
              </a:defRPr>
            </a:lvl6pPr>
            <a:lvl7pPr lvl="6">
              <a:spcBef>
                <a:spcPts val="0"/>
              </a:spcBef>
              <a:spcAft>
                <a:spcPts val="0"/>
              </a:spcAft>
              <a:buClr>
                <a:schemeClr val="accent1"/>
              </a:buClr>
              <a:buSzPts val="1000"/>
              <a:buFont typeface="IBM Plex Sans"/>
              <a:buNone/>
              <a:defRPr sz="1000">
                <a:solidFill>
                  <a:schemeClr val="accent1"/>
                </a:solidFill>
              </a:defRPr>
            </a:lvl7pPr>
            <a:lvl8pPr lvl="7">
              <a:spcBef>
                <a:spcPts val="0"/>
              </a:spcBef>
              <a:spcAft>
                <a:spcPts val="0"/>
              </a:spcAft>
              <a:buClr>
                <a:schemeClr val="accent1"/>
              </a:buClr>
              <a:buSzPts val="1000"/>
              <a:buFont typeface="IBM Plex Sans"/>
              <a:buNone/>
              <a:defRPr sz="1000">
                <a:solidFill>
                  <a:schemeClr val="accent1"/>
                </a:solidFill>
              </a:defRPr>
            </a:lvl8pPr>
            <a:lvl9pPr lvl="8">
              <a:spcBef>
                <a:spcPts val="0"/>
              </a:spcBef>
              <a:spcAft>
                <a:spcPts val="0"/>
              </a:spcAft>
              <a:buClr>
                <a:schemeClr val="accent1"/>
              </a:buClr>
              <a:buSzPts val="1000"/>
              <a:buFont typeface="IBM Plex Sans"/>
              <a:buNone/>
              <a:defRPr sz="1000">
                <a:solidFill>
                  <a:schemeClr val="accen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2"/>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336" name="Google Shape;336;p2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3"/>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4"/>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1" name="Google Shape;341;p24"/>
          <p:cNvSpPr txBox="1"/>
          <p:nvPr>
            <p:ph idx="1" type="body"/>
          </p:nvPr>
        </p:nvSpPr>
        <p:spPr>
          <a:xfrm>
            <a:off x="311700" y="1152475"/>
            <a:ext cx="8520600" cy="34164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25"/>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44" name="Google Shape;344;p25"/>
          <p:cNvSpPr txBox="1"/>
          <p:nvPr>
            <p:ph idx="1" type="body"/>
          </p:nvPr>
        </p:nvSpPr>
        <p:spPr>
          <a:xfrm>
            <a:off x="311700" y="1152475"/>
            <a:ext cx="3999900" cy="3416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5" name="Google Shape;345;p25"/>
          <p:cNvSpPr txBox="1"/>
          <p:nvPr>
            <p:ph idx="2" type="body"/>
          </p:nvPr>
        </p:nvSpPr>
        <p:spPr>
          <a:xfrm>
            <a:off x="4832400" y="1152475"/>
            <a:ext cx="3999900" cy="34164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26"/>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27"/>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50" name="Google Shape;350;p27"/>
          <p:cNvSpPr txBox="1"/>
          <p:nvPr>
            <p:ph idx="1" type="body"/>
          </p:nvPr>
        </p:nvSpPr>
        <p:spPr>
          <a:xfrm>
            <a:off x="311700" y="1389600"/>
            <a:ext cx="2808000" cy="31794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28"/>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29"/>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55" name="Google Shape;355;p2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2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1"/>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61" name="Google Shape;361;p31"/>
          <p:cNvSpPr txBox="1"/>
          <p:nvPr>
            <p:ph idx="1" type="body"/>
          </p:nvPr>
        </p:nvSpPr>
        <p:spPr>
          <a:xfrm>
            <a:off x="311700" y="3152225"/>
            <a:ext cx="8520600" cy="13008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3"/>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4"/>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3" name="Google Shape;373;p34"/>
          <p:cNvSpPr txBox="1"/>
          <p:nvPr>
            <p:ph idx="1" type="body"/>
          </p:nvPr>
        </p:nvSpPr>
        <p:spPr>
          <a:xfrm>
            <a:off x="311700" y="1152475"/>
            <a:ext cx="4473900" cy="34164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35"/>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7" name="Google Shape;377;p35"/>
          <p:cNvSpPr txBox="1"/>
          <p:nvPr>
            <p:ph idx="1" type="body"/>
          </p:nvPr>
        </p:nvSpPr>
        <p:spPr>
          <a:xfrm>
            <a:off x="483150" y="2237788"/>
            <a:ext cx="3619800" cy="23736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35"/>
          <p:cNvSpPr txBox="1"/>
          <p:nvPr>
            <p:ph idx="2" type="body"/>
          </p:nvPr>
        </p:nvSpPr>
        <p:spPr>
          <a:xfrm>
            <a:off x="5048000" y="2237788"/>
            <a:ext cx="3619800" cy="23736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36"/>
          <p:cNvSpPr txBox="1"/>
          <p:nvPr>
            <p:ph idx="1" type="body"/>
          </p:nvPr>
        </p:nvSpPr>
        <p:spPr>
          <a:xfrm>
            <a:off x="483175" y="2417500"/>
            <a:ext cx="2455500" cy="23736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3" name="Google Shape;383;p36"/>
          <p:cNvSpPr txBox="1"/>
          <p:nvPr>
            <p:ph idx="2" type="body"/>
          </p:nvPr>
        </p:nvSpPr>
        <p:spPr>
          <a:xfrm>
            <a:off x="3347725" y="2417500"/>
            <a:ext cx="2455500" cy="23736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4" name="Google Shape;384;p36"/>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5" name="Google Shape;385;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36"/>
          <p:cNvSpPr txBox="1"/>
          <p:nvPr>
            <p:ph idx="6" type="body"/>
          </p:nvPr>
        </p:nvSpPr>
        <p:spPr>
          <a:xfrm>
            <a:off x="6212275" y="2417500"/>
            <a:ext cx="2455500" cy="23736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37"/>
          <p:cNvSpPr txBox="1"/>
          <p:nvPr>
            <p:ph idx="1" type="body"/>
          </p:nvPr>
        </p:nvSpPr>
        <p:spPr>
          <a:xfrm>
            <a:off x="366725" y="1759093"/>
            <a:ext cx="3838500" cy="11385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1" name="Google Shape;391;p37"/>
          <p:cNvSpPr txBox="1"/>
          <p:nvPr>
            <p:ph idx="2" type="body"/>
          </p:nvPr>
        </p:nvSpPr>
        <p:spPr>
          <a:xfrm>
            <a:off x="4938725" y="1759093"/>
            <a:ext cx="3838500" cy="11385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2" name="Google Shape;392;p37"/>
          <p:cNvSpPr txBox="1"/>
          <p:nvPr>
            <p:ph idx="3" type="body"/>
          </p:nvPr>
        </p:nvSpPr>
        <p:spPr>
          <a:xfrm>
            <a:off x="366750" y="3648575"/>
            <a:ext cx="3838500" cy="11385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3" name="Google Shape;393;p37"/>
          <p:cNvSpPr txBox="1"/>
          <p:nvPr>
            <p:ph idx="4" type="body"/>
          </p:nvPr>
        </p:nvSpPr>
        <p:spPr>
          <a:xfrm>
            <a:off x="4938750" y="3648575"/>
            <a:ext cx="3838500" cy="11385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94" name="Google Shape;394;p37"/>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95" name="Google Shape;395;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1" name="Google Shape;40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39"/>
          <p:cNvSpPr txBox="1"/>
          <p:nvPr>
            <p:ph idx="1" type="body"/>
          </p:nvPr>
        </p:nvSpPr>
        <p:spPr>
          <a:xfrm>
            <a:off x="311700" y="4080225"/>
            <a:ext cx="4027500" cy="9261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4" name="Google Shape;404;p39"/>
          <p:cNvSpPr/>
          <p:nvPr>
            <p:ph idx="2" type="pic"/>
          </p:nvPr>
        </p:nvSpPr>
        <p:spPr>
          <a:xfrm>
            <a:off x="4804825" y="1133300"/>
            <a:ext cx="4027500" cy="2392800"/>
          </a:xfrm>
          <a:prstGeom prst="rect">
            <a:avLst/>
          </a:prstGeom>
          <a:noFill/>
          <a:ln>
            <a:noFill/>
          </a:ln>
        </p:spPr>
      </p:sp>
      <p:sp>
        <p:nvSpPr>
          <p:cNvPr id="405" name="Google Shape;405;p39"/>
          <p:cNvSpPr/>
          <p:nvPr>
            <p:ph idx="3" type="pic"/>
          </p:nvPr>
        </p:nvSpPr>
        <p:spPr>
          <a:xfrm>
            <a:off x="311725" y="1133300"/>
            <a:ext cx="4027500" cy="2392800"/>
          </a:xfrm>
          <a:prstGeom prst="rect">
            <a:avLst/>
          </a:prstGeom>
          <a:noFill/>
          <a:ln>
            <a:noFill/>
          </a:ln>
        </p:spPr>
      </p:sp>
      <p:sp>
        <p:nvSpPr>
          <p:cNvPr id="406" name="Google Shape;406;p39"/>
          <p:cNvSpPr txBox="1"/>
          <p:nvPr>
            <p:ph idx="4" type="body"/>
          </p:nvPr>
        </p:nvSpPr>
        <p:spPr>
          <a:xfrm>
            <a:off x="4804825" y="4080225"/>
            <a:ext cx="4027500" cy="9261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7" name="Google Shape;407;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8" name="Google Shape;408;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0"/>
          <p:cNvSpPr txBox="1"/>
          <p:nvPr>
            <p:ph idx="1" type="body"/>
          </p:nvPr>
        </p:nvSpPr>
        <p:spPr>
          <a:xfrm>
            <a:off x="311700" y="3911700"/>
            <a:ext cx="2627100" cy="10185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2" name="Google Shape;412;p40"/>
          <p:cNvSpPr/>
          <p:nvPr>
            <p:ph idx="2" type="pic"/>
          </p:nvPr>
        </p:nvSpPr>
        <p:spPr>
          <a:xfrm>
            <a:off x="6205225" y="1128325"/>
            <a:ext cx="2627100" cy="2273100"/>
          </a:xfrm>
          <a:prstGeom prst="rect">
            <a:avLst/>
          </a:prstGeom>
          <a:noFill/>
          <a:ln>
            <a:noFill/>
          </a:ln>
        </p:spPr>
      </p:sp>
      <p:sp>
        <p:nvSpPr>
          <p:cNvPr id="413" name="Google Shape;413;p40"/>
          <p:cNvSpPr/>
          <p:nvPr>
            <p:ph idx="3" type="pic"/>
          </p:nvPr>
        </p:nvSpPr>
        <p:spPr>
          <a:xfrm>
            <a:off x="311725" y="1128325"/>
            <a:ext cx="2627100" cy="2273100"/>
          </a:xfrm>
          <a:prstGeom prst="rect">
            <a:avLst/>
          </a:prstGeom>
          <a:noFill/>
          <a:ln>
            <a:noFill/>
          </a:ln>
        </p:spPr>
      </p:sp>
      <p:sp>
        <p:nvSpPr>
          <p:cNvPr id="414" name="Google Shape;414;p40"/>
          <p:cNvSpPr txBox="1"/>
          <p:nvPr>
            <p:ph idx="4" type="body"/>
          </p:nvPr>
        </p:nvSpPr>
        <p:spPr>
          <a:xfrm>
            <a:off x="6205225" y="3911700"/>
            <a:ext cx="2627100" cy="10185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5" name="Google Shape;415;p40"/>
          <p:cNvSpPr/>
          <p:nvPr>
            <p:ph idx="5" type="pic"/>
          </p:nvPr>
        </p:nvSpPr>
        <p:spPr>
          <a:xfrm>
            <a:off x="3255250" y="1128325"/>
            <a:ext cx="2627100" cy="2273100"/>
          </a:xfrm>
          <a:prstGeom prst="rect">
            <a:avLst/>
          </a:prstGeom>
          <a:noFill/>
          <a:ln>
            <a:noFill/>
          </a:ln>
        </p:spPr>
      </p:sp>
      <p:sp>
        <p:nvSpPr>
          <p:cNvPr id="416" name="Google Shape;416;p40"/>
          <p:cNvSpPr txBox="1"/>
          <p:nvPr>
            <p:ph idx="6" type="body"/>
          </p:nvPr>
        </p:nvSpPr>
        <p:spPr>
          <a:xfrm>
            <a:off x="3255250" y="3911700"/>
            <a:ext cx="2627100" cy="10185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7" name="Google Shape;417;p40"/>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8" name="Google Shape;418;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2"/>
          <p:cNvSpPr/>
          <p:nvPr>
            <p:ph idx="2" type="pic"/>
          </p:nvPr>
        </p:nvSpPr>
        <p:spPr>
          <a:xfrm>
            <a:off x="3389600" y="118913"/>
            <a:ext cx="1643700" cy="1535100"/>
          </a:xfrm>
          <a:prstGeom prst="rect">
            <a:avLst/>
          </a:prstGeom>
          <a:noFill/>
          <a:ln>
            <a:noFill/>
          </a:ln>
        </p:spPr>
      </p:sp>
      <p:sp>
        <p:nvSpPr>
          <p:cNvPr id="425" name="Google Shape;425;p42"/>
          <p:cNvSpPr/>
          <p:nvPr>
            <p:ph idx="3" type="pic"/>
          </p:nvPr>
        </p:nvSpPr>
        <p:spPr>
          <a:xfrm>
            <a:off x="5195935" y="118913"/>
            <a:ext cx="1643700" cy="1535100"/>
          </a:xfrm>
          <a:prstGeom prst="rect">
            <a:avLst/>
          </a:prstGeom>
          <a:noFill/>
          <a:ln>
            <a:noFill/>
          </a:ln>
        </p:spPr>
      </p:sp>
      <p:sp>
        <p:nvSpPr>
          <p:cNvPr id="426" name="Google Shape;426;p42"/>
          <p:cNvSpPr/>
          <p:nvPr>
            <p:ph idx="4" type="pic"/>
          </p:nvPr>
        </p:nvSpPr>
        <p:spPr>
          <a:xfrm>
            <a:off x="7002270" y="118913"/>
            <a:ext cx="1643700" cy="1535100"/>
          </a:xfrm>
          <a:prstGeom prst="rect">
            <a:avLst/>
          </a:prstGeom>
          <a:noFill/>
          <a:ln>
            <a:noFill/>
          </a:ln>
        </p:spPr>
      </p:sp>
      <p:sp>
        <p:nvSpPr>
          <p:cNvPr id="427" name="Google Shape;427;p42"/>
          <p:cNvSpPr/>
          <p:nvPr>
            <p:ph idx="5" type="pic"/>
          </p:nvPr>
        </p:nvSpPr>
        <p:spPr>
          <a:xfrm>
            <a:off x="3389588" y="1804212"/>
            <a:ext cx="1643700" cy="1535100"/>
          </a:xfrm>
          <a:prstGeom prst="rect">
            <a:avLst/>
          </a:prstGeom>
          <a:noFill/>
          <a:ln>
            <a:noFill/>
          </a:ln>
        </p:spPr>
      </p:sp>
      <p:sp>
        <p:nvSpPr>
          <p:cNvPr id="428" name="Google Shape;428;p42"/>
          <p:cNvSpPr/>
          <p:nvPr>
            <p:ph idx="6" type="pic"/>
          </p:nvPr>
        </p:nvSpPr>
        <p:spPr>
          <a:xfrm>
            <a:off x="5195922" y="1804212"/>
            <a:ext cx="1643700" cy="1535100"/>
          </a:xfrm>
          <a:prstGeom prst="rect">
            <a:avLst/>
          </a:prstGeom>
          <a:noFill/>
          <a:ln>
            <a:noFill/>
          </a:ln>
        </p:spPr>
      </p:sp>
      <p:sp>
        <p:nvSpPr>
          <p:cNvPr id="429" name="Google Shape;429;p42"/>
          <p:cNvSpPr/>
          <p:nvPr>
            <p:ph idx="7" type="pic"/>
          </p:nvPr>
        </p:nvSpPr>
        <p:spPr>
          <a:xfrm>
            <a:off x="7002257" y="1804212"/>
            <a:ext cx="1643700" cy="1535100"/>
          </a:xfrm>
          <a:prstGeom prst="rect">
            <a:avLst/>
          </a:prstGeom>
          <a:noFill/>
          <a:ln>
            <a:noFill/>
          </a:ln>
        </p:spPr>
      </p:sp>
      <p:sp>
        <p:nvSpPr>
          <p:cNvPr id="430" name="Google Shape;430;p42"/>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1" name="Google Shape;431;p42"/>
          <p:cNvSpPr/>
          <p:nvPr>
            <p:ph idx="8" type="pic"/>
          </p:nvPr>
        </p:nvSpPr>
        <p:spPr>
          <a:xfrm>
            <a:off x="3389588" y="3489487"/>
            <a:ext cx="1643700" cy="1535100"/>
          </a:xfrm>
          <a:prstGeom prst="rect">
            <a:avLst/>
          </a:prstGeom>
          <a:noFill/>
          <a:ln>
            <a:noFill/>
          </a:ln>
        </p:spPr>
      </p:sp>
      <p:sp>
        <p:nvSpPr>
          <p:cNvPr id="432" name="Google Shape;432;p42"/>
          <p:cNvSpPr/>
          <p:nvPr>
            <p:ph idx="9" type="pic"/>
          </p:nvPr>
        </p:nvSpPr>
        <p:spPr>
          <a:xfrm>
            <a:off x="5195922" y="3489487"/>
            <a:ext cx="1643700" cy="1535100"/>
          </a:xfrm>
          <a:prstGeom prst="rect">
            <a:avLst/>
          </a:prstGeom>
          <a:noFill/>
          <a:ln>
            <a:noFill/>
          </a:ln>
        </p:spPr>
      </p:sp>
      <p:sp>
        <p:nvSpPr>
          <p:cNvPr id="433" name="Google Shape;43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438" name="Shape 438"/>
        <p:cNvGrpSpPr/>
        <p:nvPr/>
      </p:nvGrpSpPr>
      <p:grpSpPr>
        <a:xfrm>
          <a:off x="0" y="0"/>
          <a:ext cx="0" cy="0"/>
          <a:chOff x="0" y="0"/>
          <a:chExt cx="0" cy="0"/>
        </a:xfrm>
      </p:grpSpPr>
      <p:sp>
        <p:nvSpPr>
          <p:cNvPr id="439" name="Google Shape;439;p4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44"/>
          <p:cNvSpPr/>
          <p:nvPr/>
        </p:nvSpPr>
        <p:spPr>
          <a:xfrm rot="-5400000">
            <a:off x="5097975" y="1801250"/>
            <a:ext cx="8097300" cy="8097300"/>
          </a:xfrm>
          <a:prstGeom prst="arc">
            <a:avLst>
              <a:gd fmla="val 168012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Light"/>
                <a:ea typeface="IBM Plex Sans Light"/>
                <a:cs typeface="IBM Plex Sans Light"/>
                <a:sym typeface="IBM Plex Sans Light"/>
              </a:rPr>
              <a:t>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441" name="Google Shape;441;p44"/>
          <p:cNvSpPr/>
          <p:nvPr/>
        </p:nvSpPr>
        <p:spPr>
          <a:xfrm rot="-5400000">
            <a:off x="6469500" y="3176690"/>
            <a:ext cx="5354400" cy="5354700"/>
          </a:xfrm>
          <a:prstGeom prst="arc">
            <a:avLst>
              <a:gd fmla="val 17122104"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Light"/>
                <a:ea typeface="IBM Plex Sans Light"/>
                <a:cs typeface="IBM Plex Sans Light"/>
                <a:sym typeface="IBM Plex Sans Light"/>
              </a:rPr>
              <a:t>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442" name="Google Shape;442;p44"/>
          <p:cNvSpPr/>
          <p:nvPr/>
        </p:nvSpPr>
        <p:spPr>
          <a:xfrm rot="-5400000">
            <a:off x="7851600" y="4554800"/>
            <a:ext cx="2590200" cy="2590500"/>
          </a:xfrm>
          <a:prstGeom prst="arc">
            <a:avLst>
              <a:gd fmla="val 181791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cxnSp>
        <p:nvCxnSpPr>
          <p:cNvPr id="443" name="Google Shape;443;p44"/>
          <p:cNvCxnSpPr/>
          <p:nvPr/>
        </p:nvCxnSpPr>
        <p:spPr>
          <a:xfrm>
            <a:off x="-3700" y="3178475"/>
            <a:ext cx="9144000" cy="0"/>
          </a:xfrm>
          <a:prstGeom prst="straightConnector1">
            <a:avLst/>
          </a:prstGeom>
          <a:noFill/>
          <a:ln cap="flat" cmpd="sng" w="9525">
            <a:solidFill>
              <a:schemeClr val="accent1"/>
            </a:solidFill>
            <a:prstDash val="solid"/>
            <a:round/>
            <a:headEnd len="sm" w="sm" type="none"/>
            <a:tailEnd len="sm" w="sm" type="none"/>
          </a:ln>
        </p:spPr>
      </p:cxnSp>
      <p:cxnSp>
        <p:nvCxnSpPr>
          <p:cNvPr id="444" name="Google Shape;444;p44"/>
          <p:cNvCxnSpPr/>
          <p:nvPr/>
        </p:nvCxnSpPr>
        <p:spPr>
          <a:xfrm>
            <a:off x="-3700" y="4555450"/>
            <a:ext cx="9144000" cy="0"/>
          </a:xfrm>
          <a:prstGeom prst="straightConnector1">
            <a:avLst/>
          </a:prstGeom>
          <a:noFill/>
          <a:ln cap="flat" cmpd="sng" w="9525">
            <a:solidFill>
              <a:schemeClr val="accent1"/>
            </a:solidFill>
            <a:prstDash val="solid"/>
            <a:round/>
            <a:headEnd len="sm" w="sm" type="none"/>
            <a:tailEnd len="sm" w="sm" type="none"/>
          </a:ln>
        </p:spPr>
      </p:cxnSp>
      <p:sp>
        <p:nvSpPr>
          <p:cNvPr id="445" name="Google Shape;445;p44"/>
          <p:cNvSpPr/>
          <p:nvPr/>
        </p:nvSpPr>
        <p:spPr>
          <a:xfrm>
            <a:off x="-704795" y="3178455"/>
            <a:ext cx="1377000" cy="1377000"/>
          </a:xfrm>
          <a:prstGeom prst="arc">
            <a:avLst>
              <a:gd fmla="val 16292481" name="adj1"/>
              <a:gd fmla="val 5314968"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446" name="Google Shape;446;p44"/>
          <p:cNvSpPr/>
          <p:nvPr/>
        </p:nvSpPr>
        <p:spPr>
          <a:xfrm rot="10800000">
            <a:off x="8451707" y="1801501"/>
            <a:ext cx="1377000" cy="1377000"/>
          </a:xfrm>
          <a:prstGeom prst="arc">
            <a:avLst>
              <a:gd fmla="val 16200000" name="adj1"/>
              <a:gd fmla="val 543129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447" name="Google Shape;447;p44"/>
          <p:cNvSpPr/>
          <p:nvPr/>
        </p:nvSpPr>
        <p:spPr>
          <a:xfrm rot="-5400000">
            <a:off x="5151857" y="4555451"/>
            <a:ext cx="1377000" cy="1377000"/>
          </a:xfrm>
          <a:prstGeom prst="arc">
            <a:avLst>
              <a:gd fmla="val 16691316" name="adj1"/>
              <a:gd fmla="val 4902631"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448" name="Google Shape;448;p44"/>
          <p:cNvSpPr txBox="1"/>
          <p:nvPr>
            <p:ph type="title"/>
          </p:nvPr>
        </p:nvSpPr>
        <p:spPr>
          <a:xfrm>
            <a:off x="436725" y="713744"/>
            <a:ext cx="4182300" cy="1726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449" name="Google Shape;449;p44"/>
          <p:cNvSpPr txBox="1"/>
          <p:nvPr>
            <p:ph idx="1" type="subTitle"/>
          </p:nvPr>
        </p:nvSpPr>
        <p:spPr>
          <a:xfrm>
            <a:off x="436725" y="4683700"/>
            <a:ext cx="4346700" cy="228600"/>
          </a:xfrm>
          <a:prstGeom prst="rect">
            <a:avLst/>
          </a:prstGeom>
          <a:noFill/>
          <a:ln>
            <a:noFill/>
          </a:ln>
        </p:spPr>
        <p:txBody>
          <a:bodyPr anchorCtr="0" anchor="b" bIns="0" lIns="0" spcFirstLastPara="1" rIns="91425" wrap="square" tIns="91425">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cxnSp>
        <p:nvCxnSpPr>
          <p:cNvPr id="450" name="Google Shape;450;p44"/>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451" name="Google Shape;451;p44"/>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452" name="Google Shape;452;p44"/>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_1">
    <p:bg>
      <p:bgPr>
        <a:solidFill>
          <a:schemeClr val="dk2"/>
        </a:solidFill>
      </p:bgPr>
    </p:bg>
    <p:spTree>
      <p:nvGrpSpPr>
        <p:cNvPr id="453" name="Shape 453"/>
        <p:cNvGrpSpPr/>
        <p:nvPr/>
      </p:nvGrpSpPr>
      <p:grpSpPr>
        <a:xfrm>
          <a:off x="0" y="0"/>
          <a:ext cx="0" cy="0"/>
          <a:chOff x="0" y="0"/>
          <a:chExt cx="0" cy="0"/>
        </a:xfrm>
      </p:grpSpPr>
      <p:sp>
        <p:nvSpPr>
          <p:cNvPr id="454" name="Google Shape;454;p45"/>
          <p:cNvSpPr/>
          <p:nvPr/>
        </p:nvSpPr>
        <p:spPr>
          <a:xfrm flipH="1" rot="5400000">
            <a:off x="-2420625" y="3029200"/>
            <a:ext cx="7621800" cy="7621800"/>
          </a:xfrm>
          <a:prstGeom prst="arc">
            <a:avLst>
              <a:gd fmla="val 17782811" name="adj1"/>
              <a:gd fmla="val 12896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455" name="Google Shape;455;p45"/>
          <p:cNvSpPr txBox="1"/>
          <p:nvPr>
            <p:ph type="title"/>
          </p:nvPr>
        </p:nvSpPr>
        <p:spPr>
          <a:xfrm>
            <a:off x="436725" y="647525"/>
            <a:ext cx="27180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456" name="Google Shape;456;p45"/>
          <p:cNvSpPr txBox="1"/>
          <p:nvPr>
            <p:ph idx="1" type="subTitle"/>
          </p:nvPr>
        </p:nvSpPr>
        <p:spPr>
          <a:xfrm>
            <a:off x="6444950" y="7282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57" name="Google Shape;457;p45"/>
          <p:cNvSpPr/>
          <p:nvPr/>
        </p:nvSpPr>
        <p:spPr>
          <a:xfrm flipH="1">
            <a:off x="53468" y="3098413"/>
            <a:ext cx="1296900" cy="12969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cxnSp>
        <p:nvCxnSpPr>
          <p:cNvPr id="458" name="Google Shape;458;p45"/>
          <p:cNvCxnSpPr/>
          <p:nvPr/>
        </p:nvCxnSpPr>
        <p:spPr>
          <a:xfrm rot="10800000">
            <a:off x="1390200" y="4326200"/>
            <a:ext cx="7753800" cy="0"/>
          </a:xfrm>
          <a:prstGeom prst="straightConnector1">
            <a:avLst/>
          </a:prstGeom>
          <a:noFill/>
          <a:ln cap="flat" cmpd="sng" w="9525">
            <a:solidFill>
              <a:schemeClr val="lt2"/>
            </a:solidFill>
            <a:prstDash val="solid"/>
            <a:round/>
            <a:headEnd len="sm" w="sm" type="none"/>
            <a:tailEnd len="sm" w="sm" type="none"/>
          </a:ln>
        </p:spPr>
      </p:cxnSp>
      <p:sp>
        <p:nvSpPr>
          <p:cNvPr id="459" name="Google Shape;459;p45"/>
          <p:cNvSpPr/>
          <p:nvPr/>
        </p:nvSpPr>
        <p:spPr>
          <a:xfrm flipH="1" rot="5400000">
            <a:off x="-1129814" y="4323837"/>
            <a:ext cx="5040000" cy="5040300"/>
          </a:xfrm>
          <a:prstGeom prst="arc">
            <a:avLst>
              <a:gd fmla="val 18735356" name="adj1"/>
              <a:gd fmla="val 2015187"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460" name="Google Shape;460;p45"/>
          <p:cNvSpPr/>
          <p:nvPr/>
        </p:nvSpPr>
        <p:spPr>
          <a:xfrm flipH="1" rot="5400000">
            <a:off x="3295500" y="4326000"/>
            <a:ext cx="1299900" cy="1299900"/>
          </a:xfrm>
          <a:prstGeom prst="arc">
            <a:avLst>
              <a:gd fmla="val 15272596" name="adj1"/>
              <a:gd fmla="val 631588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461" name="Google Shape;461;p4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462" name="Google Shape;462;p45"/>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463" name="Google Shape;463;p45"/>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464" name="Google Shape;464;p45"/>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465" name="Google Shape;465;p45"/>
          <p:cNvSpPr txBox="1"/>
          <p:nvPr>
            <p:ph idx="4" type="subTitle"/>
          </p:nvPr>
        </p:nvSpPr>
        <p:spPr>
          <a:xfrm>
            <a:off x="6444950" y="12352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66" name="Google Shape;466;p45"/>
          <p:cNvSpPr txBox="1"/>
          <p:nvPr>
            <p:ph idx="5" type="subTitle"/>
          </p:nvPr>
        </p:nvSpPr>
        <p:spPr>
          <a:xfrm>
            <a:off x="6444950" y="17421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67" name="Google Shape;467;p45"/>
          <p:cNvSpPr txBox="1"/>
          <p:nvPr>
            <p:ph idx="6" type="subTitle"/>
          </p:nvPr>
        </p:nvSpPr>
        <p:spPr>
          <a:xfrm>
            <a:off x="6444950" y="22491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68" name="Google Shape;468;p45"/>
          <p:cNvSpPr txBox="1"/>
          <p:nvPr>
            <p:ph idx="7" type="subTitle"/>
          </p:nvPr>
        </p:nvSpPr>
        <p:spPr>
          <a:xfrm>
            <a:off x="6444950" y="27560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69" name="Google Shape;469;p45"/>
          <p:cNvSpPr txBox="1"/>
          <p:nvPr>
            <p:ph idx="8" type="subTitle"/>
          </p:nvPr>
        </p:nvSpPr>
        <p:spPr>
          <a:xfrm>
            <a:off x="6444950" y="32630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70" name="Google Shape;470;p45"/>
          <p:cNvSpPr txBox="1"/>
          <p:nvPr>
            <p:ph idx="9" type="subTitle"/>
          </p:nvPr>
        </p:nvSpPr>
        <p:spPr>
          <a:xfrm>
            <a:off x="6080700" y="7282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71" name="Google Shape;471;p45"/>
          <p:cNvSpPr txBox="1"/>
          <p:nvPr>
            <p:ph idx="13" type="subTitle"/>
          </p:nvPr>
        </p:nvSpPr>
        <p:spPr>
          <a:xfrm>
            <a:off x="6080700" y="12352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72" name="Google Shape;472;p45"/>
          <p:cNvSpPr txBox="1"/>
          <p:nvPr>
            <p:ph idx="14" type="subTitle"/>
          </p:nvPr>
        </p:nvSpPr>
        <p:spPr>
          <a:xfrm>
            <a:off x="6080700" y="17421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73" name="Google Shape;473;p45"/>
          <p:cNvSpPr txBox="1"/>
          <p:nvPr>
            <p:ph idx="15" type="subTitle"/>
          </p:nvPr>
        </p:nvSpPr>
        <p:spPr>
          <a:xfrm>
            <a:off x="6080700" y="22491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74" name="Google Shape;474;p45"/>
          <p:cNvSpPr txBox="1"/>
          <p:nvPr>
            <p:ph idx="16" type="subTitle"/>
          </p:nvPr>
        </p:nvSpPr>
        <p:spPr>
          <a:xfrm>
            <a:off x="6080700" y="27560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75" name="Google Shape;475;p45"/>
          <p:cNvSpPr txBox="1"/>
          <p:nvPr>
            <p:ph idx="17" type="subTitle"/>
          </p:nvPr>
        </p:nvSpPr>
        <p:spPr>
          <a:xfrm>
            <a:off x="6080700" y="32630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4">
    <p:bg>
      <p:bgPr>
        <a:solidFill>
          <a:schemeClr val="lt2"/>
        </a:solidFill>
      </p:bgPr>
    </p:bg>
    <p:spTree>
      <p:nvGrpSpPr>
        <p:cNvPr id="476" name="Shape 476"/>
        <p:cNvGrpSpPr/>
        <p:nvPr/>
      </p:nvGrpSpPr>
      <p:grpSpPr>
        <a:xfrm>
          <a:off x="0" y="0"/>
          <a:ext cx="0" cy="0"/>
          <a:chOff x="0" y="0"/>
          <a:chExt cx="0" cy="0"/>
        </a:xfrm>
      </p:grpSpPr>
      <p:sp>
        <p:nvSpPr>
          <p:cNvPr id="477" name="Google Shape;477;p46"/>
          <p:cNvSpPr/>
          <p:nvPr/>
        </p:nvSpPr>
        <p:spPr>
          <a:xfrm flipH="1" rot="-5400205">
            <a:off x="3801104" y="-3647425"/>
            <a:ext cx="5040000" cy="5040600"/>
          </a:xfrm>
          <a:prstGeom prst="arc">
            <a:avLst>
              <a:gd fmla="val 17789929" name="adj1"/>
              <a:gd fmla="val 381151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cxnSp>
        <p:nvCxnSpPr>
          <p:cNvPr id="478" name="Google Shape;478;p46"/>
          <p:cNvCxnSpPr/>
          <p:nvPr/>
        </p:nvCxnSpPr>
        <p:spPr>
          <a:xfrm>
            <a:off x="-9" y="1392875"/>
            <a:ext cx="9166500" cy="0"/>
          </a:xfrm>
          <a:prstGeom prst="straightConnector1">
            <a:avLst/>
          </a:prstGeom>
          <a:noFill/>
          <a:ln cap="flat" cmpd="sng" w="9525">
            <a:solidFill>
              <a:schemeClr val="accent1"/>
            </a:solidFill>
            <a:prstDash val="solid"/>
            <a:round/>
            <a:headEnd len="sm" w="sm" type="none"/>
            <a:tailEnd len="sm" w="sm" type="none"/>
          </a:ln>
        </p:spPr>
      </p:cxnSp>
      <p:sp>
        <p:nvSpPr>
          <p:cNvPr id="479" name="Google Shape;479;p46"/>
          <p:cNvSpPr/>
          <p:nvPr>
            <p:ph idx="2" type="pic"/>
          </p:nvPr>
        </p:nvSpPr>
        <p:spPr>
          <a:xfrm>
            <a:off x="440400" y="1725300"/>
            <a:ext cx="1269600" cy="1269000"/>
          </a:xfrm>
          <a:prstGeom prst="roundRect">
            <a:avLst>
              <a:gd fmla="val 50000" name="adj"/>
            </a:avLst>
          </a:prstGeom>
          <a:noFill/>
          <a:ln>
            <a:noFill/>
          </a:ln>
        </p:spPr>
      </p:sp>
      <p:sp>
        <p:nvSpPr>
          <p:cNvPr id="480" name="Google Shape;480;p46"/>
          <p:cNvSpPr txBox="1"/>
          <p:nvPr>
            <p:ph type="title"/>
          </p:nvPr>
        </p:nvSpPr>
        <p:spPr>
          <a:xfrm>
            <a:off x="436725" y="457200"/>
            <a:ext cx="40884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481" name="Google Shape;481;p46"/>
          <p:cNvSpPr txBox="1"/>
          <p:nvPr>
            <p:ph idx="1" type="body"/>
          </p:nvPr>
        </p:nvSpPr>
        <p:spPr>
          <a:xfrm>
            <a:off x="436800"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Char char="●"/>
              <a:defRPr>
                <a:solidFill>
                  <a:schemeClr val="lt1"/>
                </a:solidFill>
              </a:defRPr>
            </a:lvl1pPr>
            <a:lvl2pPr indent="-292100" lvl="1" marL="914400" algn="l">
              <a:lnSpc>
                <a:spcPct val="100000"/>
              </a:lnSpc>
              <a:spcBef>
                <a:spcPts val="0"/>
              </a:spcBef>
              <a:spcAft>
                <a:spcPts val="0"/>
              </a:spcAft>
              <a:buClr>
                <a:schemeClr val="lt1"/>
              </a:buClr>
              <a:buSzPts val="1000"/>
              <a:buChar char="○"/>
              <a:defRPr>
                <a:solidFill>
                  <a:schemeClr val="lt1"/>
                </a:solidFill>
              </a:defRPr>
            </a:lvl2pPr>
            <a:lvl3pPr indent="-292100" lvl="2" marL="1371600" algn="l">
              <a:lnSpc>
                <a:spcPct val="100000"/>
              </a:lnSpc>
              <a:spcBef>
                <a:spcPts val="0"/>
              </a:spcBef>
              <a:spcAft>
                <a:spcPts val="0"/>
              </a:spcAft>
              <a:buClr>
                <a:schemeClr val="lt1"/>
              </a:buClr>
              <a:buSzPts val="1000"/>
              <a:buChar char="■"/>
              <a:defRPr>
                <a:solidFill>
                  <a:schemeClr val="lt1"/>
                </a:solidFill>
              </a:defRPr>
            </a:lvl3pPr>
            <a:lvl4pPr indent="-292100" lvl="3" marL="1828800" algn="l">
              <a:lnSpc>
                <a:spcPct val="100000"/>
              </a:lnSpc>
              <a:spcBef>
                <a:spcPts val="0"/>
              </a:spcBef>
              <a:spcAft>
                <a:spcPts val="0"/>
              </a:spcAft>
              <a:buClr>
                <a:schemeClr val="lt1"/>
              </a:buClr>
              <a:buSzPts val="1000"/>
              <a:buChar char="●"/>
              <a:defRPr>
                <a:solidFill>
                  <a:schemeClr val="lt1"/>
                </a:solidFill>
              </a:defRPr>
            </a:lvl4pPr>
            <a:lvl5pPr indent="-292100" lvl="4" marL="2286000" algn="l">
              <a:lnSpc>
                <a:spcPct val="100000"/>
              </a:lnSpc>
              <a:spcBef>
                <a:spcPts val="0"/>
              </a:spcBef>
              <a:spcAft>
                <a:spcPts val="0"/>
              </a:spcAft>
              <a:buClr>
                <a:schemeClr val="lt1"/>
              </a:buClr>
              <a:buSzPts val="10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92100" lvl="6" marL="3200400" algn="l">
              <a:lnSpc>
                <a:spcPct val="100000"/>
              </a:lnSpc>
              <a:spcBef>
                <a:spcPts val="0"/>
              </a:spcBef>
              <a:spcAft>
                <a:spcPts val="0"/>
              </a:spcAft>
              <a:buClr>
                <a:schemeClr val="lt1"/>
              </a:buClr>
              <a:buSzPts val="1000"/>
              <a:buChar char="●"/>
              <a:defRPr>
                <a:solidFill>
                  <a:schemeClr val="lt1"/>
                </a:solidFill>
              </a:defRPr>
            </a:lvl7pPr>
            <a:lvl8pPr indent="-292100" lvl="7" marL="3657600" algn="l">
              <a:lnSpc>
                <a:spcPct val="100000"/>
              </a:lnSpc>
              <a:spcBef>
                <a:spcPts val="0"/>
              </a:spcBef>
              <a:spcAft>
                <a:spcPts val="0"/>
              </a:spcAft>
              <a:buClr>
                <a:schemeClr val="lt1"/>
              </a:buClr>
              <a:buSzPts val="1000"/>
              <a:buChar char="○"/>
              <a:defRPr>
                <a:solidFill>
                  <a:schemeClr val="lt1"/>
                </a:solidFill>
              </a:defRPr>
            </a:lvl8pPr>
            <a:lvl9pPr indent="-292100" lvl="8" marL="4114800" algn="l">
              <a:lnSpc>
                <a:spcPct val="100000"/>
              </a:lnSpc>
              <a:spcBef>
                <a:spcPts val="0"/>
              </a:spcBef>
              <a:spcAft>
                <a:spcPts val="0"/>
              </a:spcAft>
              <a:buClr>
                <a:schemeClr val="lt1"/>
              </a:buClr>
              <a:buSzPts val="1000"/>
              <a:buChar char="■"/>
              <a:defRPr>
                <a:solidFill>
                  <a:schemeClr val="lt1"/>
                </a:solidFill>
              </a:defRPr>
            </a:lvl9pPr>
          </a:lstStyle>
          <a:p/>
        </p:txBody>
      </p:sp>
      <p:sp>
        <p:nvSpPr>
          <p:cNvPr id="482" name="Google Shape;482;p46"/>
          <p:cNvSpPr txBox="1"/>
          <p:nvPr>
            <p:ph idx="3" type="subTitle"/>
          </p:nvPr>
        </p:nvSpPr>
        <p:spPr>
          <a:xfrm>
            <a:off x="436725"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83" name="Google Shape;483;p46"/>
          <p:cNvSpPr txBox="1"/>
          <p:nvPr>
            <p:ph idx="4" type="subTitle"/>
          </p:nvPr>
        </p:nvSpPr>
        <p:spPr>
          <a:xfrm>
            <a:off x="436725"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84" name="Google Shape;484;p46"/>
          <p:cNvSpPr txBox="1"/>
          <p:nvPr>
            <p:ph idx="5" type="body"/>
          </p:nvPr>
        </p:nvSpPr>
        <p:spPr>
          <a:xfrm>
            <a:off x="1832019"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485" name="Google Shape;485;p46"/>
          <p:cNvSpPr txBox="1"/>
          <p:nvPr>
            <p:ph idx="6" type="subTitle"/>
          </p:nvPr>
        </p:nvSpPr>
        <p:spPr>
          <a:xfrm>
            <a:off x="1831944"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86" name="Google Shape;486;p46"/>
          <p:cNvSpPr txBox="1"/>
          <p:nvPr>
            <p:ph idx="7" type="subTitle"/>
          </p:nvPr>
        </p:nvSpPr>
        <p:spPr>
          <a:xfrm>
            <a:off x="1831944"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87" name="Google Shape;487;p46"/>
          <p:cNvSpPr txBox="1"/>
          <p:nvPr>
            <p:ph idx="8" type="body"/>
          </p:nvPr>
        </p:nvSpPr>
        <p:spPr>
          <a:xfrm>
            <a:off x="322724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488" name="Google Shape;488;p46"/>
          <p:cNvSpPr txBox="1"/>
          <p:nvPr>
            <p:ph idx="9" type="subTitle"/>
          </p:nvPr>
        </p:nvSpPr>
        <p:spPr>
          <a:xfrm>
            <a:off x="322716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89" name="Google Shape;489;p46"/>
          <p:cNvSpPr txBox="1"/>
          <p:nvPr>
            <p:ph idx="13" type="subTitle"/>
          </p:nvPr>
        </p:nvSpPr>
        <p:spPr>
          <a:xfrm>
            <a:off x="322716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0" name="Google Shape;490;p46"/>
          <p:cNvSpPr txBox="1"/>
          <p:nvPr>
            <p:ph idx="14" type="body"/>
          </p:nvPr>
        </p:nvSpPr>
        <p:spPr>
          <a:xfrm>
            <a:off x="4609566"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491" name="Google Shape;491;p46"/>
          <p:cNvSpPr txBox="1"/>
          <p:nvPr>
            <p:ph idx="15" type="subTitle"/>
          </p:nvPr>
        </p:nvSpPr>
        <p:spPr>
          <a:xfrm>
            <a:off x="4609491"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2" name="Google Shape;492;p46"/>
          <p:cNvSpPr txBox="1"/>
          <p:nvPr>
            <p:ph idx="16" type="subTitle"/>
          </p:nvPr>
        </p:nvSpPr>
        <p:spPr>
          <a:xfrm>
            <a:off x="4609491"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3" name="Google Shape;493;p46"/>
          <p:cNvSpPr txBox="1"/>
          <p:nvPr>
            <p:ph idx="17" type="body"/>
          </p:nvPr>
        </p:nvSpPr>
        <p:spPr>
          <a:xfrm>
            <a:off x="601173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494" name="Google Shape;494;p46"/>
          <p:cNvSpPr txBox="1"/>
          <p:nvPr>
            <p:ph idx="18" type="subTitle"/>
          </p:nvPr>
        </p:nvSpPr>
        <p:spPr>
          <a:xfrm>
            <a:off x="601165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5" name="Google Shape;495;p46"/>
          <p:cNvSpPr txBox="1"/>
          <p:nvPr>
            <p:ph idx="19" type="subTitle"/>
          </p:nvPr>
        </p:nvSpPr>
        <p:spPr>
          <a:xfrm>
            <a:off x="601165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6" name="Google Shape;496;p46"/>
          <p:cNvSpPr txBox="1"/>
          <p:nvPr>
            <p:ph idx="20" type="body"/>
          </p:nvPr>
        </p:nvSpPr>
        <p:spPr>
          <a:xfrm>
            <a:off x="741388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497" name="Google Shape;497;p46"/>
          <p:cNvSpPr txBox="1"/>
          <p:nvPr>
            <p:ph idx="21" type="subTitle"/>
          </p:nvPr>
        </p:nvSpPr>
        <p:spPr>
          <a:xfrm>
            <a:off x="741380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8" name="Google Shape;498;p46"/>
          <p:cNvSpPr txBox="1"/>
          <p:nvPr>
            <p:ph idx="22" type="subTitle"/>
          </p:nvPr>
        </p:nvSpPr>
        <p:spPr>
          <a:xfrm>
            <a:off x="741380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499" name="Google Shape;499;p46"/>
          <p:cNvSpPr/>
          <p:nvPr>
            <p:ph idx="23" type="pic"/>
          </p:nvPr>
        </p:nvSpPr>
        <p:spPr>
          <a:xfrm>
            <a:off x="1832563" y="1725300"/>
            <a:ext cx="1269600" cy="1269000"/>
          </a:xfrm>
          <a:prstGeom prst="roundRect">
            <a:avLst>
              <a:gd fmla="val 50000" name="adj"/>
            </a:avLst>
          </a:prstGeom>
          <a:noFill/>
          <a:ln>
            <a:noFill/>
          </a:ln>
        </p:spPr>
      </p:sp>
      <p:sp>
        <p:nvSpPr>
          <p:cNvPr id="500" name="Google Shape;500;p46"/>
          <p:cNvSpPr/>
          <p:nvPr>
            <p:ph idx="24" type="pic"/>
          </p:nvPr>
        </p:nvSpPr>
        <p:spPr>
          <a:xfrm>
            <a:off x="3225625" y="1725300"/>
            <a:ext cx="1269600" cy="1269000"/>
          </a:xfrm>
          <a:prstGeom prst="roundRect">
            <a:avLst>
              <a:gd fmla="val 50000" name="adj"/>
            </a:avLst>
          </a:prstGeom>
          <a:noFill/>
          <a:ln>
            <a:noFill/>
          </a:ln>
        </p:spPr>
      </p:sp>
      <p:sp>
        <p:nvSpPr>
          <p:cNvPr id="501" name="Google Shape;501;p46"/>
          <p:cNvSpPr/>
          <p:nvPr>
            <p:ph idx="25" type="pic"/>
          </p:nvPr>
        </p:nvSpPr>
        <p:spPr>
          <a:xfrm>
            <a:off x="4619163" y="1725300"/>
            <a:ext cx="1269600" cy="1269000"/>
          </a:xfrm>
          <a:prstGeom prst="roundRect">
            <a:avLst>
              <a:gd fmla="val 50000" name="adj"/>
            </a:avLst>
          </a:prstGeom>
          <a:noFill/>
          <a:ln>
            <a:noFill/>
          </a:ln>
        </p:spPr>
      </p:sp>
      <p:sp>
        <p:nvSpPr>
          <p:cNvPr id="502" name="Google Shape;502;p46"/>
          <p:cNvSpPr/>
          <p:nvPr>
            <p:ph idx="26" type="pic"/>
          </p:nvPr>
        </p:nvSpPr>
        <p:spPr>
          <a:xfrm>
            <a:off x="6012925" y="1725300"/>
            <a:ext cx="1269600" cy="1269000"/>
          </a:xfrm>
          <a:prstGeom prst="roundRect">
            <a:avLst>
              <a:gd fmla="val 50000" name="adj"/>
            </a:avLst>
          </a:prstGeom>
          <a:noFill/>
          <a:ln>
            <a:noFill/>
          </a:ln>
        </p:spPr>
      </p:sp>
      <p:sp>
        <p:nvSpPr>
          <p:cNvPr id="503" name="Google Shape;503;p46"/>
          <p:cNvSpPr/>
          <p:nvPr>
            <p:ph idx="27" type="pic"/>
          </p:nvPr>
        </p:nvSpPr>
        <p:spPr>
          <a:xfrm>
            <a:off x="7406675" y="1725300"/>
            <a:ext cx="1269600" cy="1269000"/>
          </a:xfrm>
          <a:prstGeom prst="roundRect">
            <a:avLst>
              <a:gd fmla="val 50000" name="adj"/>
            </a:avLst>
          </a:prstGeom>
          <a:noFill/>
          <a:ln>
            <a:noFill/>
          </a:ln>
        </p:spPr>
      </p:sp>
      <p:sp>
        <p:nvSpPr>
          <p:cNvPr id="504" name="Google Shape;504;p46"/>
          <p:cNvSpPr/>
          <p:nvPr/>
        </p:nvSpPr>
        <p:spPr>
          <a:xfrm>
            <a:off x="5592475" y="-26"/>
            <a:ext cx="1392900" cy="1392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05" name="Google Shape;505;p4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06" name="Google Shape;506;p46"/>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507" name="Google Shape;507;p46"/>
          <p:cNvSpPr txBox="1"/>
          <p:nvPr>
            <p:ph idx="28"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508" name="Google Shape;508;p46"/>
          <p:cNvSpPr txBox="1"/>
          <p:nvPr>
            <p:ph idx="29"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CUSTOM_3">
    <p:bg>
      <p:bgPr>
        <a:solidFill>
          <a:schemeClr val="lt2"/>
        </a:solidFill>
      </p:bgPr>
    </p:bg>
    <p:spTree>
      <p:nvGrpSpPr>
        <p:cNvPr id="509" name="Shape 509"/>
        <p:cNvGrpSpPr/>
        <p:nvPr/>
      </p:nvGrpSpPr>
      <p:grpSpPr>
        <a:xfrm>
          <a:off x="0" y="0"/>
          <a:ext cx="0" cy="0"/>
          <a:chOff x="0" y="0"/>
          <a:chExt cx="0" cy="0"/>
        </a:xfrm>
      </p:grpSpPr>
      <p:grpSp>
        <p:nvGrpSpPr>
          <p:cNvPr id="510" name="Google Shape;510;p47"/>
          <p:cNvGrpSpPr/>
          <p:nvPr/>
        </p:nvGrpSpPr>
        <p:grpSpPr>
          <a:xfrm>
            <a:off x="1108912" y="-888525"/>
            <a:ext cx="6928500" cy="6928500"/>
            <a:chOff x="1108912" y="-888525"/>
            <a:chExt cx="6928500" cy="6928500"/>
          </a:xfrm>
        </p:grpSpPr>
        <p:sp>
          <p:nvSpPr>
            <p:cNvPr id="511" name="Google Shape;511;p47"/>
            <p:cNvSpPr/>
            <p:nvPr/>
          </p:nvSpPr>
          <p:spPr>
            <a:xfrm flipH="1"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12" name="Google Shape;512;p47"/>
            <p:cNvSpPr/>
            <p:nvPr/>
          </p:nvSpPr>
          <p:spPr>
            <a:xfrm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13" name="Google Shape;513;p47"/>
            <p:cNvSpPr/>
            <p:nvPr/>
          </p:nvSpPr>
          <p:spPr>
            <a:xfrm rot="-5400000">
              <a:off x="1702778" y="-307275"/>
              <a:ext cx="5766000" cy="5766000"/>
            </a:xfrm>
            <a:prstGeom prst="arc">
              <a:avLst>
                <a:gd fmla="val 12406996" name="adj1"/>
                <a:gd fmla="val 2001719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14" name="Google Shape;514;p47"/>
            <p:cNvSpPr/>
            <p:nvPr/>
          </p:nvSpPr>
          <p:spPr>
            <a:xfrm flipH="1" rot="5400000">
              <a:off x="1690162" y="-307275"/>
              <a:ext cx="5766000" cy="5766000"/>
            </a:xfrm>
            <a:prstGeom prst="arc">
              <a:avLst>
                <a:gd fmla="val 12413905" name="adj1"/>
                <a:gd fmla="val 20023999"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515" name="Google Shape;515;p47"/>
            <p:cNvSpPr/>
            <p:nvPr/>
          </p:nvSpPr>
          <p:spPr>
            <a:xfrm>
              <a:off x="1111750" y="227805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16" name="Google Shape;516;p47"/>
            <p:cNvSpPr/>
            <p:nvPr/>
          </p:nvSpPr>
          <p:spPr>
            <a:xfrm>
              <a:off x="2535025" y="38400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17" name="Google Shape;517;p47"/>
            <p:cNvSpPr/>
            <p:nvPr/>
          </p:nvSpPr>
          <p:spPr>
            <a:xfrm>
              <a:off x="6142273" y="4078071"/>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18" name="Google Shape;518;p47"/>
            <p:cNvSpPr/>
            <p:nvPr/>
          </p:nvSpPr>
          <p:spPr>
            <a:xfrm>
              <a:off x="7262625" y="1194175"/>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519" name="Google Shape;519;p47"/>
          <p:cNvSpPr/>
          <p:nvPr/>
        </p:nvSpPr>
        <p:spPr>
          <a:xfrm>
            <a:off x="2296450" y="286150"/>
            <a:ext cx="4571100" cy="457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20" name="Google Shape;520;p47"/>
          <p:cNvSpPr txBox="1"/>
          <p:nvPr>
            <p:ph idx="1" type="subTitle"/>
          </p:nvPr>
        </p:nvSpPr>
        <p:spPr>
          <a:xfrm>
            <a:off x="3212350" y="1345755"/>
            <a:ext cx="2719200" cy="231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200"/>
              <a:buFont typeface="IBM Plex Sans"/>
              <a:buNone/>
              <a:defRPr sz="1200"/>
            </a:lvl1pPr>
            <a:lvl2pPr lvl="1" algn="ctr">
              <a:lnSpc>
                <a:spcPct val="100000"/>
              </a:lnSpc>
              <a:spcBef>
                <a:spcPts val="0"/>
              </a:spcBef>
              <a:spcAft>
                <a:spcPts val="0"/>
              </a:spcAft>
              <a:buClr>
                <a:schemeClr val="dk1"/>
              </a:buClr>
              <a:buSzPts val="1200"/>
              <a:buFont typeface="IBM Plex Sans"/>
              <a:buNone/>
              <a:defRPr sz="1200">
                <a:solidFill>
                  <a:schemeClr val="dk1"/>
                </a:solidFill>
              </a:defRPr>
            </a:lvl2pPr>
            <a:lvl3pPr lvl="2" algn="ctr">
              <a:lnSpc>
                <a:spcPct val="100000"/>
              </a:lnSpc>
              <a:spcBef>
                <a:spcPts val="0"/>
              </a:spcBef>
              <a:spcAft>
                <a:spcPts val="0"/>
              </a:spcAft>
              <a:buClr>
                <a:schemeClr val="dk1"/>
              </a:buClr>
              <a:buSzPts val="1200"/>
              <a:buFont typeface="IBM Plex Sans"/>
              <a:buNone/>
              <a:defRPr sz="1200">
                <a:solidFill>
                  <a:schemeClr val="dk1"/>
                </a:solidFill>
              </a:defRPr>
            </a:lvl3pPr>
            <a:lvl4pPr lvl="3" algn="ctr">
              <a:lnSpc>
                <a:spcPct val="100000"/>
              </a:lnSpc>
              <a:spcBef>
                <a:spcPts val="0"/>
              </a:spcBef>
              <a:spcAft>
                <a:spcPts val="0"/>
              </a:spcAft>
              <a:buClr>
                <a:schemeClr val="dk1"/>
              </a:buClr>
              <a:buSzPts val="1200"/>
              <a:buFont typeface="IBM Plex Sans"/>
              <a:buNone/>
              <a:defRPr sz="1200">
                <a:solidFill>
                  <a:schemeClr val="dk1"/>
                </a:solidFill>
              </a:defRPr>
            </a:lvl4pPr>
            <a:lvl5pPr lvl="4" algn="ctr">
              <a:lnSpc>
                <a:spcPct val="100000"/>
              </a:lnSpc>
              <a:spcBef>
                <a:spcPts val="0"/>
              </a:spcBef>
              <a:spcAft>
                <a:spcPts val="0"/>
              </a:spcAft>
              <a:buClr>
                <a:schemeClr val="dk1"/>
              </a:buClr>
              <a:buSzPts val="1200"/>
              <a:buFont typeface="IBM Plex Sans"/>
              <a:buNone/>
              <a:defRPr sz="1200">
                <a:solidFill>
                  <a:schemeClr val="dk1"/>
                </a:solidFill>
              </a:defRPr>
            </a:lvl5pPr>
            <a:lvl6pPr lvl="5" algn="ctr">
              <a:lnSpc>
                <a:spcPct val="100000"/>
              </a:lnSpc>
              <a:spcBef>
                <a:spcPts val="0"/>
              </a:spcBef>
              <a:spcAft>
                <a:spcPts val="0"/>
              </a:spcAft>
              <a:buClr>
                <a:schemeClr val="dk1"/>
              </a:buClr>
              <a:buSzPts val="1200"/>
              <a:buFont typeface="IBM Plex Sans"/>
              <a:buNone/>
              <a:defRPr sz="1200">
                <a:solidFill>
                  <a:schemeClr val="dk1"/>
                </a:solidFill>
              </a:defRPr>
            </a:lvl6pPr>
            <a:lvl7pPr lvl="6" algn="ctr">
              <a:lnSpc>
                <a:spcPct val="100000"/>
              </a:lnSpc>
              <a:spcBef>
                <a:spcPts val="0"/>
              </a:spcBef>
              <a:spcAft>
                <a:spcPts val="0"/>
              </a:spcAft>
              <a:buClr>
                <a:schemeClr val="dk1"/>
              </a:buClr>
              <a:buSzPts val="1200"/>
              <a:buFont typeface="IBM Plex Sans"/>
              <a:buNone/>
              <a:defRPr sz="1200">
                <a:solidFill>
                  <a:schemeClr val="dk1"/>
                </a:solidFill>
              </a:defRPr>
            </a:lvl7pPr>
            <a:lvl8pPr lvl="7" algn="ctr">
              <a:lnSpc>
                <a:spcPct val="100000"/>
              </a:lnSpc>
              <a:spcBef>
                <a:spcPts val="0"/>
              </a:spcBef>
              <a:spcAft>
                <a:spcPts val="0"/>
              </a:spcAft>
              <a:buClr>
                <a:schemeClr val="dk1"/>
              </a:buClr>
              <a:buSzPts val="1200"/>
              <a:buFont typeface="IBM Plex Sans"/>
              <a:buNone/>
              <a:defRPr sz="1200">
                <a:solidFill>
                  <a:schemeClr val="dk1"/>
                </a:solidFill>
              </a:defRPr>
            </a:lvl8pPr>
            <a:lvl9pPr lvl="8" algn="ctr">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521" name="Google Shape;521;p47"/>
          <p:cNvSpPr txBox="1"/>
          <p:nvPr>
            <p:ph type="title"/>
          </p:nvPr>
        </p:nvSpPr>
        <p:spPr>
          <a:xfrm>
            <a:off x="2659075" y="1755300"/>
            <a:ext cx="3849600" cy="5877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800"/>
              <a:buNone/>
              <a:defRPr sz="1800">
                <a:solidFill>
                  <a:schemeClr val="accent1"/>
                </a:solidFill>
              </a:defRPr>
            </a:lvl1pPr>
            <a:lvl2pPr lvl="1" algn="ctr">
              <a:lnSpc>
                <a:spcPct val="115000"/>
              </a:lnSpc>
              <a:spcBef>
                <a:spcPts val="0"/>
              </a:spcBef>
              <a:spcAft>
                <a:spcPts val="0"/>
              </a:spcAft>
              <a:buSzPts val="1800"/>
              <a:buNone/>
              <a:defRPr sz="1800">
                <a:solidFill>
                  <a:schemeClr val="accent1"/>
                </a:solidFill>
              </a:defRPr>
            </a:lvl2pPr>
            <a:lvl3pPr lvl="2" algn="ctr">
              <a:lnSpc>
                <a:spcPct val="115000"/>
              </a:lnSpc>
              <a:spcBef>
                <a:spcPts val="0"/>
              </a:spcBef>
              <a:spcAft>
                <a:spcPts val="0"/>
              </a:spcAft>
              <a:buSzPts val="1800"/>
              <a:buNone/>
              <a:defRPr sz="1800">
                <a:solidFill>
                  <a:schemeClr val="accent1"/>
                </a:solidFill>
              </a:defRPr>
            </a:lvl3pPr>
            <a:lvl4pPr lvl="3" algn="ctr">
              <a:lnSpc>
                <a:spcPct val="115000"/>
              </a:lnSpc>
              <a:spcBef>
                <a:spcPts val="0"/>
              </a:spcBef>
              <a:spcAft>
                <a:spcPts val="0"/>
              </a:spcAft>
              <a:buSzPts val="1800"/>
              <a:buNone/>
              <a:defRPr sz="1800">
                <a:solidFill>
                  <a:schemeClr val="accent1"/>
                </a:solidFill>
              </a:defRPr>
            </a:lvl4pPr>
            <a:lvl5pPr lvl="4" algn="ctr">
              <a:lnSpc>
                <a:spcPct val="115000"/>
              </a:lnSpc>
              <a:spcBef>
                <a:spcPts val="0"/>
              </a:spcBef>
              <a:spcAft>
                <a:spcPts val="0"/>
              </a:spcAft>
              <a:buSzPts val="1800"/>
              <a:buNone/>
              <a:defRPr sz="1800">
                <a:solidFill>
                  <a:schemeClr val="accent1"/>
                </a:solidFill>
              </a:defRPr>
            </a:lvl5pPr>
            <a:lvl6pPr lvl="5" algn="ctr">
              <a:lnSpc>
                <a:spcPct val="115000"/>
              </a:lnSpc>
              <a:spcBef>
                <a:spcPts val="0"/>
              </a:spcBef>
              <a:spcAft>
                <a:spcPts val="0"/>
              </a:spcAft>
              <a:buSzPts val="1800"/>
              <a:buNone/>
              <a:defRPr sz="1800">
                <a:solidFill>
                  <a:schemeClr val="accent1"/>
                </a:solidFill>
              </a:defRPr>
            </a:lvl6pPr>
            <a:lvl7pPr lvl="6" algn="ctr">
              <a:lnSpc>
                <a:spcPct val="115000"/>
              </a:lnSpc>
              <a:spcBef>
                <a:spcPts val="0"/>
              </a:spcBef>
              <a:spcAft>
                <a:spcPts val="0"/>
              </a:spcAft>
              <a:buSzPts val="1800"/>
              <a:buNone/>
              <a:defRPr sz="1800">
                <a:solidFill>
                  <a:schemeClr val="accent1"/>
                </a:solidFill>
              </a:defRPr>
            </a:lvl7pPr>
            <a:lvl8pPr lvl="7" algn="ctr">
              <a:lnSpc>
                <a:spcPct val="115000"/>
              </a:lnSpc>
              <a:spcBef>
                <a:spcPts val="0"/>
              </a:spcBef>
              <a:spcAft>
                <a:spcPts val="0"/>
              </a:spcAft>
              <a:buSzPts val="1800"/>
              <a:buNone/>
              <a:defRPr sz="1800">
                <a:solidFill>
                  <a:schemeClr val="accent1"/>
                </a:solidFill>
              </a:defRPr>
            </a:lvl8pPr>
            <a:lvl9pPr lvl="8" algn="ctr">
              <a:lnSpc>
                <a:spcPct val="115000"/>
              </a:lnSpc>
              <a:spcBef>
                <a:spcPts val="0"/>
              </a:spcBef>
              <a:spcAft>
                <a:spcPts val="0"/>
              </a:spcAft>
              <a:buSzPts val="1800"/>
              <a:buNone/>
              <a:defRPr sz="1800">
                <a:solidFill>
                  <a:schemeClr val="accent1"/>
                </a:solidFill>
              </a:defRPr>
            </a:lvl9pPr>
          </a:lstStyle>
          <a:p/>
        </p:txBody>
      </p:sp>
      <p:sp>
        <p:nvSpPr>
          <p:cNvPr id="522" name="Google Shape;522;p4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23" name="Google Shape;523;p47"/>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524" name="Google Shape;524;p47"/>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525" name="Google Shape;525;p47"/>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CUSTOM_6">
    <p:bg>
      <p:bgPr>
        <a:solidFill>
          <a:schemeClr val="dk2"/>
        </a:solidFill>
      </p:bgPr>
    </p:bg>
    <p:spTree>
      <p:nvGrpSpPr>
        <p:cNvPr id="526" name="Shape 526"/>
        <p:cNvGrpSpPr/>
        <p:nvPr/>
      </p:nvGrpSpPr>
      <p:grpSpPr>
        <a:xfrm>
          <a:off x="0" y="0"/>
          <a:ext cx="0" cy="0"/>
          <a:chOff x="0" y="0"/>
          <a:chExt cx="0" cy="0"/>
        </a:xfrm>
      </p:grpSpPr>
      <p:sp>
        <p:nvSpPr>
          <p:cNvPr id="527" name="Google Shape;527;p48"/>
          <p:cNvSpPr txBox="1"/>
          <p:nvPr>
            <p:ph type="title"/>
          </p:nvPr>
        </p:nvSpPr>
        <p:spPr>
          <a:xfrm>
            <a:off x="436725" y="4094025"/>
            <a:ext cx="6272100" cy="587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grpSp>
        <p:nvGrpSpPr>
          <p:cNvPr id="528" name="Google Shape;528;p48"/>
          <p:cNvGrpSpPr/>
          <p:nvPr/>
        </p:nvGrpSpPr>
        <p:grpSpPr>
          <a:xfrm>
            <a:off x="-2117000" y="-4069732"/>
            <a:ext cx="11860804" cy="6909318"/>
            <a:chOff x="-2117000" y="-4069732"/>
            <a:chExt cx="11860804" cy="6909318"/>
          </a:xfrm>
        </p:grpSpPr>
        <p:sp>
          <p:nvSpPr>
            <p:cNvPr id="529" name="Google Shape;529;p48"/>
            <p:cNvSpPr/>
            <p:nvPr/>
          </p:nvSpPr>
          <p:spPr>
            <a:xfrm rot="5400000">
              <a:off x="-2117000" y="-4069732"/>
              <a:ext cx="6909300" cy="6909300"/>
            </a:xfrm>
            <a:prstGeom prst="arc">
              <a:avLst>
                <a:gd fmla="val 16801206" name="adj1"/>
                <a:gd fmla="val 138197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530" name="Google Shape;530;p48"/>
            <p:cNvSpPr/>
            <p:nvPr/>
          </p:nvSpPr>
          <p:spPr>
            <a:xfrm rot="5400000">
              <a:off x="-947044" y="-2903156"/>
              <a:ext cx="4569000" cy="4569300"/>
            </a:xfrm>
            <a:prstGeom prst="arc">
              <a:avLst>
                <a:gd fmla="val 17122104" name="adj1"/>
                <a:gd fmla="val 21801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cxnSp>
          <p:nvCxnSpPr>
            <p:cNvPr id="531" name="Google Shape;531;p48"/>
            <p:cNvCxnSpPr/>
            <p:nvPr/>
          </p:nvCxnSpPr>
          <p:spPr>
            <a:xfrm rot="10800000">
              <a:off x="1342860" y="1664508"/>
              <a:ext cx="7802700" cy="0"/>
            </a:xfrm>
            <a:prstGeom prst="straightConnector1">
              <a:avLst/>
            </a:prstGeom>
            <a:noFill/>
            <a:ln cap="flat" cmpd="sng" w="9525">
              <a:solidFill>
                <a:schemeClr val="lt2"/>
              </a:solidFill>
              <a:prstDash val="solid"/>
              <a:round/>
              <a:headEnd len="sm" w="sm" type="none"/>
              <a:tailEnd len="sm" w="sm" type="none"/>
            </a:ln>
          </p:spPr>
        </p:cxnSp>
        <p:cxnSp>
          <p:nvCxnSpPr>
            <p:cNvPr id="532" name="Google Shape;532;p48"/>
            <p:cNvCxnSpPr/>
            <p:nvPr/>
          </p:nvCxnSpPr>
          <p:spPr>
            <a:xfrm rot="10800000">
              <a:off x="-3240" y="489535"/>
              <a:ext cx="9148800" cy="0"/>
            </a:xfrm>
            <a:prstGeom prst="straightConnector1">
              <a:avLst/>
            </a:prstGeom>
            <a:noFill/>
            <a:ln cap="flat" cmpd="sng" w="9525">
              <a:solidFill>
                <a:schemeClr val="lt2"/>
              </a:solidFill>
              <a:prstDash val="solid"/>
              <a:round/>
              <a:headEnd len="sm" w="sm" type="none"/>
              <a:tailEnd len="sm" w="sm" type="none"/>
            </a:ln>
          </p:spPr>
        </p:cxnSp>
        <p:sp>
          <p:nvSpPr>
            <p:cNvPr id="533" name="Google Shape;533;p48"/>
            <p:cNvSpPr/>
            <p:nvPr/>
          </p:nvSpPr>
          <p:spPr>
            <a:xfrm rot="10800000">
              <a:off x="8568704" y="489425"/>
              <a:ext cx="1175100" cy="1175100"/>
            </a:xfrm>
            <a:prstGeom prst="arc">
              <a:avLst>
                <a:gd fmla="val 16292481" name="adj1"/>
                <a:gd fmla="val 531496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34" name="Google Shape;534;p48"/>
            <p:cNvSpPr/>
            <p:nvPr/>
          </p:nvSpPr>
          <p:spPr>
            <a:xfrm>
              <a:off x="755567" y="1664486"/>
              <a:ext cx="1175100" cy="1175100"/>
            </a:xfrm>
            <a:prstGeom prst="arc">
              <a:avLst>
                <a:gd fmla="val 16200000" name="adj1"/>
                <a:gd fmla="val 15996049"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35" name="Google Shape;535;p48"/>
            <p:cNvSpPr/>
            <p:nvPr/>
          </p:nvSpPr>
          <p:spPr>
            <a:xfrm rot="5400000">
              <a:off x="3571223" y="-685459"/>
              <a:ext cx="1175100" cy="1175100"/>
            </a:xfrm>
            <a:prstGeom prst="arc">
              <a:avLst>
                <a:gd fmla="val 16691316" name="adj1"/>
                <a:gd fmla="val 4902631"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536" name="Google Shape;536;p4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37" name="Google Shape;537;p48"/>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538" name="Google Shape;538;p48"/>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539" name="Google Shape;539;p48"/>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
    <p:spTree>
      <p:nvGrpSpPr>
        <p:cNvPr id="540" name="Shape 540"/>
        <p:cNvGrpSpPr/>
        <p:nvPr/>
      </p:nvGrpSpPr>
      <p:grpSpPr>
        <a:xfrm>
          <a:off x="0" y="0"/>
          <a:ext cx="0" cy="0"/>
          <a:chOff x="0" y="0"/>
          <a:chExt cx="0" cy="0"/>
        </a:xfrm>
      </p:grpSpPr>
      <p:sp>
        <p:nvSpPr>
          <p:cNvPr id="541" name="Google Shape;541;p49"/>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cxnSp>
        <p:nvCxnSpPr>
          <p:cNvPr id="542" name="Google Shape;542;p49"/>
          <p:cNvCxnSpPr/>
          <p:nvPr/>
        </p:nvCxnSpPr>
        <p:spPr>
          <a:xfrm>
            <a:off x="-9" y="1798332"/>
            <a:ext cx="9166500" cy="0"/>
          </a:xfrm>
          <a:prstGeom prst="straightConnector1">
            <a:avLst/>
          </a:prstGeom>
          <a:noFill/>
          <a:ln cap="flat" cmpd="sng" w="9525">
            <a:solidFill>
              <a:schemeClr val="accent1"/>
            </a:solidFill>
            <a:prstDash val="solid"/>
            <a:round/>
            <a:headEnd len="sm" w="sm" type="none"/>
            <a:tailEnd len="sm" w="sm" type="none"/>
          </a:ln>
        </p:spPr>
      </p:cxnSp>
      <p:sp>
        <p:nvSpPr>
          <p:cNvPr id="543" name="Google Shape;543;p4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44" name="Google Shape;544;p49"/>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545" name="Google Shape;545;p49"/>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546" name="Google Shape;546;p49"/>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p:cSld name="CUSTOM_8">
    <p:spTree>
      <p:nvGrpSpPr>
        <p:cNvPr id="547" name="Shape 547"/>
        <p:cNvGrpSpPr/>
        <p:nvPr/>
      </p:nvGrpSpPr>
      <p:grpSpPr>
        <a:xfrm>
          <a:off x="0" y="0"/>
          <a:ext cx="0" cy="0"/>
          <a:chOff x="0" y="0"/>
          <a:chExt cx="0" cy="0"/>
        </a:xfrm>
      </p:grpSpPr>
      <p:sp>
        <p:nvSpPr>
          <p:cNvPr id="548" name="Google Shape;548;p50"/>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549" name="Google Shape;549;p50"/>
          <p:cNvSpPr txBox="1"/>
          <p:nvPr>
            <p:ph type="title"/>
          </p:nvPr>
        </p:nvSpPr>
        <p:spPr>
          <a:xfrm>
            <a:off x="5066600" y="1213483"/>
            <a:ext cx="3552300" cy="1927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accent1"/>
                </a:solidFill>
              </a:defRPr>
            </a:lvl1pPr>
            <a:lvl2pPr lvl="1" algn="l">
              <a:lnSpc>
                <a:spcPct val="115000"/>
              </a:lnSpc>
              <a:spcBef>
                <a:spcPts val="0"/>
              </a:spcBef>
              <a:spcAft>
                <a:spcPts val="0"/>
              </a:spcAft>
              <a:buSzPts val="1800"/>
              <a:buNone/>
              <a:defRPr sz="1800">
                <a:solidFill>
                  <a:schemeClr val="accent1"/>
                </a:solidFill>
              </a:defRPr>
            </a:lvl2pPr>
            <a:lvl3pPr lvl="2" algn="l">
              <a:lnSpc>
                <a:spcPct val="115000"/>
              </a:lnSpc>
              <a:spcBef>
                <a:spcPts val="0"/>
              </a:spcBef>
              <a:spcAft>
                <a:spcPts val="0"/>
              </a:spcAft>
              <a:buSzPts val="1800"/>
              <a:buNone/>
              <a:defRPr sz="1800">
                <a:solidFill>
                  <a:schemeClr val="accent1"/>
                </a:solidFill>
              </a:defRPr>
            </a:lvl3pPr>
            <a:lvl4pPr lvl="3" algn="l">
              <a:lnSpc>
                <a:spcPct val="115000"/>
              </a:lnSpc>
              <a:spcBef>
                <a:spcPts val="0"/>
              </a:spcBef>
              <a:spcAft>
                <a:spcPts val="0"/>
              </a:spcAft>
              <a:buSzPts val="1800"/>
              <a:buNone/>
              <a:defRPr sz="1800">
                <a:solidFill>
                  <a:schemeClr val="accent1"/>
                </a:solidFill>
              </a:defRPr>
            </a:lvl4pPr>
            <a:lvl5pPr lvl="4" algn="l">
              <a:lnSpc>
                <a:spcPct val="115000"/>
              </a:lnSpc>
              <a:spcBef>
                <a:spcPts val="0"/>
              </a:spcBef>
              <a:spcAft>
                <a:spcPts val="0"/>
              </a:spcAft>
              <a:buSzPts val="1800"/>
              <a:buNone/>
              <a:defRPr sz="1800">
                <a:solidFill>
                  <a:schemeClr val="accent1"/>
                </a:solidFill>
              </a:defRPr>
            </a:lvl5pPr>
            <a:lvl6pPr lvl="5" algn="l">
              <a:lnSpc>
                <a:spcPct val="115000"/>
              </a:lnSpc>
              <a:spcBef>
                <a:spcPts val="0"/>
              </a:spcBef>
              <a:spcAft>
                <a:spcPts val="0"/>
              </a:spcAft>
              <a:buSzPts val="1800"/>
              <a:buNone/>
              <a:defRPr sz="1800">
                <a:solidFill>
                  <a:schemeClr val="accent1"/>
                </a:solidFill>
              </a:defRPr>
            </a:lvl6pPr>
            <a:lvl7pPr lvl="6" algn="l">
              <a:lnSpc>
                <a:spcPct val="115000"/>
              </a:lnSpc>
              <a:spcBef>
                <a:spcPts val="0"/>
              </a:spcBef>
              <a:spcAft>
                <a:spcPts val="0"/>
              </a:spcAft>
              <a:buSzPts val="1800"/>
              <a:buNone/>
              <a:defRPr sz="1800">
                <a:solidFill>
                  <a:schemeClr val="accent1"/>
                </a:solidFill>
              </a:defRPr>
            </a:lvl7pPr>
            <a:lvl8pPr lvl="7" algn="l">
              <a:lnSpc>
                <a:spcPct val="115000"/>
              </a:lnSpc>
              <a:spcBef>
                <a:spcPts val="0"/>
              </a:spcBef>
              <a:spcAft>
                <a:spcPts val="0"/>
              </a:spcAft>
              <a:buSzPts val="1800"/>
              <a:buNone/>
              <a:defRPr sz="1800">
                <a:solidFill>
                  <a:schemeClr val="accent1"/>
                </a:solidFill>
              </a:defRPr>
            </a:lvl8pPr>
            <a:lvl9pPr lvl="8" algn="l">
              <a:lnSpc>
                <a:spcPct val="115000"/>
              </a:lnSpc>
              <a:spcBef>
                <a:spcPts val="0"/>
              </a:spcBef>
              <a:spcAft>
                <a:spcPts val="0"/>
              </a:spcAft>
              <a:buSzPts val="1800"/>
              <a:buNone/>
              <a:defRPr sz="1800">
                <a:solidFill>
                  <a:schemeClr val="accent1"/>
                </a:solidFill>
              </a:defRPr>
            </a:lvl9pPr>
          </a:lstStyle>
          <a:p/>
        </p:txBody>
      </p:sp>
      <p:sp>
        <p:nvSpPr>
          <p:cNvPr id="550" name="Google Shape;550;p50"/>
          <p:cNvSpPr txBox="1"/>
          <p:nvPr>
            <p:ph idx="2" type="subTitle"/>
          </p:nvPr>
        </p:nvSpPr>
        <p:spPr>
          <a:xfrm>
            <a:off x="5066225" y="4125124"/>
            <a:ext cx="27192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551" name="Google Shape;551;p50"/>
          <p:cNvSpPr txBox="1"/>
          <p:nvPr>
            <p:ph idx="3" type="subTitle"/>
          </p:nvPr>
        </p:nvSpPr>
        <p:spPr>
          <a:xfrm>
            <a:off x="2423700" y="1344300"/>
            <a:ext cx="1619100" cy="750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552" name="Google Shape;552;p50"/>
          <p:cNvSpPr txBox="1"/>
          <p:nvPr>
            <p:ph idx="4" type="subTitle"/>
          </p:nvPr>
        </p:nvSpPr>
        <p:spPr>
          <a:xfrm>
            <a:off x="2423700" y="3090650"/>
            <a:ext cx="1619100" cy="750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553" name="Google Shape;553;p50"/>
          <p:cNvSpPr txBox="1"/>
          <p:nvPr>
            <p:ph idx="5" type="subTitle"/>
          </p:nvPr>
        </p:nvSpPr>
        <p:spPr>
          <a:xfrm>
            <a:off x="436725" y="1344300"/>
            <a:ext cx="1619100" cy="750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554" name="Google Shape;554;p50"/>
          <p:cNvSpPr txBox="1"/>
          <p:nvPr>
            <p:ph idx="6" type="subTitle"/>
          </p:nvPr>
        </p:nvSpPr>
        <p:spPr>
          <a:xfrm>
            <a:off x="436725" y="3090650"/>
            <a:ext cx="1619100" cy="750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555" name="Google Shape;555;p50"/>
          <p:cNvSpPr txBox="1"/>
          <p:nvPr>
            <p:ph idx="7" type="subTitle"/>
          </p:nvPr>
        </p:nvSpPr>
        <p:spPr>
          <a:xfrm>
            <a:off x="2423700" y="794135"/>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556" name="Google Shape;556;p50"/>
          <p:cNvSpPr txBox="1"/>
          <p:nvPr>
            <p:ph idx="8" type="subTitle"/>
          </p:nvPr>
        </p:nvSpPr>
        <p:spPr>
          <a:xfrm>
            <a:off x="436725" y="794135"/>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557" name="Google Shape;557;p50"/>
          <p:cNvSpPr txBox="1"/>
          <p:nvPr>
            <p:ph idx="9" type="subTitle"/>
          </p:nvPr>
        </p:nvSpPr>
        <p:spPr>
          <a:xfrm>
            <a:off x="2423700" y="4256460"/>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558" name="Google Shape;558;p50"/>
          <p:cNvSpPr txBox="1"/>
          <p:nvPr>
            <p:ph idx="13" type="subTitle"/>
          </p:nvPr>
        </p:nvSpPr>
        <p:spPr>
          <a:xfrm>
            <a:off x="436725" y="4256460"/>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559" name="Google Shape;559;p5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60" name="Google Shape;560;p50"/>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561" name="Google Shape;561;p50"/>
          <p:cNvSpPr txBox="1"/>
          <p:nvPr>
            <p:ph idx="14"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562" name="Google Shape;562;p50"/>
          <p:cNvSpPr txBox="1"/>
          <p:nvPr>
            <p:ph idx="15"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lt2"/>
        </a:solidFill>
      </p:bgPr>
    </p:bg>
    <p:spTree>
      <p:nvGrpSpPr>
        <p:cNvPr id="563" name="Shape 563"/>
        <p:cNvGrpSpPr/>
        <p:nvPr/>
      </p:nvGrpSpPr>
      <p:grpSpPr>
        <a:xfrm>
          <a:off x="0" y="0"/>
          <a:ext cx="0" cy="0"/>
          <a:chOff x="0" y="0"/>
          <a:chExt cx="0" cy="0"/>
        </a:xfrm>
      </p:grpSpPr>
      <p:sp>
        <p:nvSpPr>
          <p:cNvPr id="564" name="Google Shape;564;p51"/>
          <p:cNvSpPr txBox="1"/>
          <p:nvPr>
            <p:ph idx="1" type="subTitle"/>
          </p:nvPr>
        </p:nvSpPr>
        <p:spPr>
          <a:xfrm>
            <a:off x="436725"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565" name="Google Shape;565;p51"/>
          <p:cNvSpPr txBox="1"/>
          <p:nvPr>
            <p:ph type="title"/>
          </p:nvPr>
        </p:nvSpPr>
        <p:spPr>
          <a:xfrm>
            <a:off x="436725" y="457200"/>
            <a:ext cx="82302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566" name="Google Shape;566;p51"/>
          <p:cNvSpPr txBox="1"/>
          <p:nvPr>
            <p:ph idx="2" type="subTitle"/>
          </p:nvPr>
        </p:nvSpPr>
        <p:spPr>
          <a:xfrm>
            <a:off x="3527938"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567" name="Google Shape;567;p51"/>
          <p:cNvSpPr txBox="1"/>
          <p:nvPr>
            <p:ph idx="3" type="subTitle"/>
          </p:nvPr>
        </p:nvSpPr>
        <p:spPr>
          <a:xfrm>
            <a:off x="6461650"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568" name="Google Shape;568;p5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69" name="Google Shape;569;p51"/>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570" name="Google Shape;570;p51"/>
          <p:cNvSpPr txBox="1"/>
          <p:nvPr>
            <p:ph idx="4"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571" name="Google Shape;571;p51"/>
          <p:cNvSpPr txBox="1"/>
          <p:nvPr>
            <p:ph idx="5"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572" name="Google Shape;572;p51"/>
          <p:cNvSpPr txBox="1"/>
          <p:nvPr>
            <p:ph idx="6" type="body"/>
          </p:nvPr>
        </p:nvSpPr>
        <p:spPr>
          <a:xfrm>
            <a:off x="43672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573" name="Google Shape;573;p51"/>
          <p:cNvSpPr txBox="1"/>
          <p:nvPr>
            <p:ph idx="7" type="body"/>
          </p:nvPr>
        </p:nvSpPr>
        <p:spPr>
          <a:xfrm>
            <a:off x="352802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574" name="Google Shape;574;p51"/>
          <p:cNvSpPr txBox="1"/>
          <p:nvPr>
            <p:ph idx="8" type="body"/>
          </p:nvPr>
        </p:nvSpPr>
        <p:spPr>
          <a:xfrm>
            <a:off x="646157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1">
  <p:cSld name="CUSTOM_5">
    <p:bg>
      <p:bgPr>
        <a:solidFill>
          <a:schemeClr val="lt2"/>
        </a:solidFill>
      </p:bgPr>
    </p:bg>
    <p:spTree>
      <p:nvGrpSpPr>
        <p:cNvPr id="575" name="Shape 575"/>
        <p:cNvGrpSpPr/>
        <p:nvPr/>
      </p:nvGrpSpPr>
      <p:grpSpPr>
        <a:xfrm>
          <a:off x="0" y="0"/>
          <a:ext cx="0" cy="0"/>
          <a:chOff x="0" y="0"/>
          <a:chExt cx="0" cy="0"/>
        </a:xfrm>
      </p:grpSpPr>
      <p:grpSp>
        <p:nvGrpSpPr>
          <p:cNvPr id="576" name="Google Shape;576;p52"/>
          <p:cNvGrpSpPr/>
          <p:nvPr/>
        </p:nvGrpSpPr>
        <p:grpSpPr>
          <a:xfrm>
            <a:off x="-3059650" y="1891300"/>
            <a:ext cx="7160400" cy="7160400"/>
            <a:chOff x="-3059650" y="1891300"/>
            <a:chExt cx="7160400" cy="7160400"/>
          </a:xfrm>
        </p:grpSpPr>
        <p:sp>
          <p:nvSpPr>
            <p:cNvPr id="577" name="Google Shape;577;p52"/>
            <p:cNvSpPr/>
            <p:nvPr/>
          </p:nvSpPr>
          <p:spPr>
            <a:xfrm flipH="1" rot="5400000">
              <a:off x="-3059650" y="1891300"/>
              <a:ext cx="7160400" cy="7160400"/>
            </a:xfrm>
            <a:prstGeom prst="arc">
              <a:avLst>
                <a:gd fmla="val 16510262" name="adj1"/>
                <a:gd fmla="val 503275"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578" name="Google Shape;578;p52"/>
            <p:cNvSpPr/>
            <p:nvPr/>
          </p:nvSpPr>
          <p:spPr>
            <a:xfrm flipH="1" rot="5400000">
              <a:off x="-1851199" y="3109695"/>
              <a:ext cx="4734900" cy="4735200"/>
            </a:xfrm>
            <a:prstGeom prst="arc">
              <a:avLst>
                <a:gd fmla="val 16677462"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579" name="Google Shape;579;p52"/>
            <p:cNvSpPr/>
            <p:nvPr/>
          </p:nvSpPr>
          <p:spPr>
            <a:xfrm flipH="1" rot="5400000">
              <a:off x="-624715" y="4328872"/>
              <a:ext cx="2290500" cy="2290800"/>
            </a:xfrm>
            <a:prstGeom prst="arc">
              <a:avLst>
                <a:gd fmla="val 1720128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580" name="Google Shape;580;p52"/>
            <p:cNvSpPr/>
            <p:nvPr/>
          </p:nvSpPr>
          <p:spPr>
            <a:xfrm>
              <a:off x="558070" y="1956378"/>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cxnSp>
          <p:nvCxnSpPr>
            <p:cNvPr id="581" name="Google Shape;581;p52"/>
            <p:cNvCxnSpPr/>
            <p:nvPr/>
          </p:nvCxnSpPr>
          <p:spPr>
            <a:xfrm>
              <a:off x="0" y="3109875"/>
              <a:ext cx="520500" cy="0"/>
            </a:xfrm>
            <a:prstGeom prst="straightConnector1">
              <a:avLst/>
            </a:prstGeom>
            <a:noFill/>
            <a:ln cap="flat" cmpd="sng" w="9525">
              <a:solidFill>
                <a:schemeClr val="accent1"/>
              </a:solidFill>
              <a:prstDash val="solid"/>
              <a:round/>
              <a:headEnd len="sm" w="sm" type="none"/>
              <a:tailEnd len="sm" w="sm" type="none"/>
            </a:ln>
          </p:spPr>
        </p:cxnSp>
        <p:cxnSp>
          <p:nvCxnSpPr>
            <p:cNvPr id="582" name="Google Shape;582;p52"/>
            <p:cNvCxnSpPr/>
            <p:nvPr/>
          </p:nvCxnSpPr>
          <p:spPr>
            <a:xfrm>
              <a:off x="0" y="4328375"/>
              <a:ext cx="520500" cy="0"/>
            </a:xfrm>
            <a:prstGeom prst="straightConnector1">
              <a:avLst/>
            </a:prstGeom>
            <a:noFill/>
            <a:ln cap="flat" cmpd="sng" w="9525">
              <a:solidFill>
                <a:schemeClr val="accent1"/>
              </a:solidFill>
              <a:prstDash val="solid"/>
              <a:round/>
              <a:headEnd len="sm" w="sm" type="none"/>
              <a:tailEnd len="sm" w="sm" type="none"/>
            </a:ln>
          </p:spPr>
        </p:cxnSp>
        <p:sp>
          <p:nvSpPr>
            <p:cNvPr id="583" name="Google Shape;583;p52"/>
            <p:cNvSpPr/>
            <p:nvPr/>
          </p:nvSpPr>
          <p:spPr>
            <a:xfrm>
              <a:off x="2686054" y="3808633"/>
              <a:ext cx="1218300" cy="1218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584" name="Google Shape;584;p52"/>
          <p:cNvSpPr txBox="1"/>
          <p:nvPr>
            <p:ph type="title"/>
          </p:nvPr>
        </p:nvSpPr>
        <p:spPr>
          <a:xfrm>
            <a:off x="436725" y="647525"/>
            <a:ext cx="32514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585" name="Google Shape;585;p52"/>
          <p:cNvSpPr/>
          <p:nvPr>
            <p:ph idx="2" type="pic"/>
          </p:nvPr>
        </p:nvSpPr>
        <p:spPr>
          <a:xfrm>
            <a:off x="4513350" y="1077191"/>
            <a:ext cx="1269600" cy="1269000"/>
          </a:xfrm>
          <a:prstGeom prst="roundRect">
            <a:avLst>
              <a:gd fmla="val 50000" name="adj"/>
            </a:avLst>
          </a:prstGeom>
          <a:noFill/>
          <a:ln>
            <a:noFill/>
          </a:ln>
        </p:spPr>
      </p:sp>
      <p:sp>
        <p:nvSpPr>
          <p:cNvPr id="586" name="Google Shape;586;p52"/>
          <p:cNvSpPr txBox="1"/>
          <p:nvPr>
            <p:ph idx="1" type="subTitle"/>
          </p:nvPr>
        </p:nvSpPr>
        <p:spPr>
          <a:xfrm>
            <a:off x="4509675"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87" name="Google Shape;587;p52"/>
          <p:cNvSpPr txBox="1"/>
          <p:nvPr>
            <p:ph idx="3" type="subTitle"/>
          </p:nvPr>
        </p:nvSpPr>
        <p:spPr>
          <a:xfrm>
            <a:off x="4509675"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88" name="Google Shape;588;p52"/>
          <p:cNvSpPr/>
          <p:nvPr>
            <p:ph idx="4" type="pic"/>
          </p:nvPr>
        </p:nvSpPr>
        <p:spPr>
          <a:xfrm>
            <a:off x="5966983" y="1077191"/>
            <a:ext cx="1269600" cy="1269000"/>
          </a:xfrm>
          <a:prstGeom prst="roundRect">
            <a:avLst>
              <a:gd fmla="val 50000" name="adj"/>
            </a:avLst>
          </a:prstGeom>
          <a:noFill/>
          <a:ln>
            <a:noFill/>
          </a:ln>
        </p:spPr>
      </p:sp>
      <p:sp>
        <p:nvSpPr>
          <p:cNvPr id="589" name="Google Shape;589;p52"/>
          <p:cNvSpPr txBox="1"/>
          <p:nvPr>
            <p:ph idx="5" type="subTitle"/>
          </p:nvPr>
        </p:nvSpPr>
        <p:spPr>
          <a:xfrm>
            <a:off x="5963308"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0" name="Google Shape;590;p52"/>
          <p:cNvSpPr txBox="1"/>
          <p:nvPr>
            <p:ph idx="6" type="subTitle"/>
          </p:nvPr>
        </p:nvSpPr>
        <p:spPr>
          <a:xfrm>
            <a:off x="5963308"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1" name="Google Shape;591;p52"/>
          <p:cNvSpPr/>
          <p:nvPr>
            <p:ph idx="7" type="pic"/>
          </p:nvPr>
        </p:nvSpPr>
        <p:spPr>
          <a:xfrm>
            <a:off x="7397695" y="1077191"/>
            <a:ext cx="1269600" cy="1269000"/>
          </a:xfrm>
          <a:prstGeom prst="roundRect">
            <a:avLst>
              <a:gd fmla="val 50000" name="adj"/>
            </a:avLst>
          </a:prstGeom>
          <a:noFill/>
          <a:ln>
            <a:noFill/>
          </a:ln>
        </p:spPr>
      </p:sp>
      <p:sp>
        <p:nvSpPr>
          <p:cNvPr id="592" name="Google Shape;592;p52"/>
          <p:cNvSpPr txBox="1"/>
          <p:nvPr>
            <p:ph idx="8" type="subTitle"/>
          </p:nvPr>
        </p:nvSpPr>
        <p:spPr>
          <a:xfrm>
            <a:off x="7394020"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3" name="Google Shape;593;p52"/>
          <p:cNvSpPr txBox="1"/>
          <p:nvPr>
            <p:ph idx="9" type="subTitle"/>
          </p:nvPr>
        </p:nvSpPr>
        <p:spPr>
          <a:xfrm>
            <a:off x="7394020"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4" name="Google Shape;594;p52"/>
          <p:cNvSpPr/>
          <p:nvPr>
            <p:ph idx="13" type="pic"/>
          </p:nvPr>
        </p:nvSpPr>
        <p:spPr>
          <a:xfrm>
            <a:off x="4513350" y="3224051"/>
            <a:ext cx="1269600" cy="1269000"/>
          </a:xfrm>
          <a:prstGeom prst="roundRect">
            <a:avLst>
              <a:gd fmla="val 50000" name="adj"/>
            </a:avLst>
          </a:prstGeom>
          <a:noFill/>
          <a:ln>
            <a:noFill/>
          </a:ln>
        </p:spPr>
      </p:sp>
      <p:sp>
        <p:nvSpPr>
          <p:cNvPr id="595" name="Google Shape;595;p52"/>
          <p:cNvSpPr txBox="1"/>
          <p:nvPr>
            <p:ph idx="14" type="subTitle"/>
          </p:nvPr>
        </p:nvSpPr>
        <p:spPr>
          <a:xfrm>
            <a:off x="4509675"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6" name="Google Shape;596;p52"/>
          <p:cNvSpPr txBox="1"/>
          <p:nvPr>
            <p:ph idx="15" type="subTitle"/>
          </p:nvPr>
        </p:nvSpPr>
        <p:spPr>
          <a:xfrm>
            <a:off x="4509675"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7" name="Google Shape;597;p52"/>
          <p:cNvSpPr/>
          <p:nvPr>
            <p:ph idx="16" type="pic"/>
          </p:nvPr>
        </p:nvSpPr>
        <p:spPr>
          <a:xfrm>
            <a:off x="5966983" y="3224051"/>
            <a:ext cx="1269600" cy="1269000"/>
          </a:xfrm>
          <a:prstGeom prst="roundRect">
            <a:avLst>
              <a:gd fmla="val 50000" name="adj"/>
            </a:avLst>
          </a:prstGeom>
          <a:noFill/>
          <a:ln>
            <a:noFill/>
          </a:ln>
        </p:spPr>
      </p:sp>
      <p:sp>
        <p:nvSpPr>
          <p:cNvPr id="598" name="Google Shape;598;p52"/>
          <p:cNvSpPr txBox="1"/>
          <p:nvPr>
            <p:ph idx="17" type="subTitle"/>
          </p:nvPr>
        </p:nvSpPr>
        <p:spPr>
          <a:xfrm>
            <a:off x="5963308"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599" name="Google Shape;599;p52"/>
          <p:cNvSpPr txBox="1"/>
          <p:nvPr>
            <p:ph idx="18" type="subTitle"/>
          </p:nvPr>
        </p:nvSpPr>
        <p:spPr>
          <a:xfrm>
            <a:off x="5963308"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600" name="Google Shape;600;p52"/>
          <p:cNvSpPr/>
          <p:nvPr>
            <p:ph idx="19" type="pic"/>
          </p:nvPr>
        </p:nvSpPr>
        <p:spPr>
          <a:xfrm>
            <a:off x="7397695" y="3224051"/>
            <a:ext cx="1269600" cy="1269000"/>
          </a:xfrm>
          <a:prstGeom prst="roundRect">
            <a:avLst>
              <a:gd fmla="val 50000" name="adj"/>
            </a:avLst>
          </a:prstGeom>
          <a:noFill/>
          <a:ln>
            <a:noFill/>
          </a:ln>
        </p:spPr>
      </p:sp>
      <p:sp>
        <p:nvSpPr>
          <p:cNvPr id="601" name="Google Shape;601;p52"/>
          <p:cNvSpPr txBox="1"/>
          <p:nvPr>
            <p:ph idx="20" type="subTitle"/>
          </p:nvPr>
        </p:nvSpPr>
        <p:spPr>
          <a:xfrm>
            <a:off x="7394020"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602" name="Google Shape;602;p52"/>
          <p:cNvSpPr txBox="1"/>
          <p:nvPr>
            <p:ph idx="21" type="subTitle"/>
          </p:nvPr>
        </p:nvSpPr>
        <p:spPr>
          <a:xfrm>
            <a:off x="7394020"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cxnSp>
        <p:nvCxnSpPr>
          <p:cNvPr id="603" name="Google Shape;603;p52"/>
          <p:cNvCxnSpPr/>
          <p:nvPr/>
        </p:nvCxnSpPr>
        <p:spPr>
          <a:xfrm>
            <a:off x="4100759" y="-7950"/>
            <a:ext cx="0" cy="5159400"/>
          </a:xfrm>
          <a:prstGeom prst="straightConnector1">
            <a:avLst/>
          </a:prstGeom>
          <a:noFill/>
          <a:ln cap="flat" cmpd="sng" w="9525">
            <a:solidFill>
              <a:schemeClr val="accent1"/>
            </a:solidFill>
            <a:prstDash val="solid"/>
            <a:round/>
            <a:headEnd len="sm" w="sm" type="none"/>
            <a:tailEnd len="sm" w="sm" type="none"/>
          </a:ln>
        </p:spPr>
      </p:cxnSp>
      <p:sp>
        <p:nvSpPr>
          <p:cNvPr id="604" name="Google Shape;604;p5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05" name="Google Shape;605;p52"/>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06" name="Google Shape;606;p52"/>
          <p:cNvSpPr txBox="1"/>
          <p:nvPr>
            <p:ph idx="2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07" name="Google Shape;607;p52"/>
          <p:cNvSpPr txBox="1"/>
          <p:nvPr>
            <p:ph idx="2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1">
  <p:cSld name="CUSTOM_8_1">
    <p:spTree>
      <p:nvGrpSpPr>
        <p:cNvPr id="608" name="Shape 608"/>
        <p:cNvGrpSpPr/>
        <p:nvPr/>
      </p:nvGrpSpPr>
      <p:grpSpPr>
        <a:xfrm>
          <a:off x="0" y="0"/>
          <a:ext cx="0" cy="0"/>
          <a:chOff x="0" y="0"/>
          <a:chExt cx="0" cy="0"/>
        </a:xfrm>
      </p:grpSpPr>
      <p:sp>
        <p:nvSpPr>
          <p:cNvPr id="609" name="Google Shape;609;p53"/>
          <p:cNvSpPr txBox="1"/>
          <p:nvPr>
            <p:ph idx="1" type="subTitle"/>
          </p:nvPr>
        </p:nvSpPr>
        <p:spPr>
          <a:xfrm>
            <a:off x="6446974" y="814800"/>
            <a:ext cx="22320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610" name="Google Shape;610;p53"/>
          <p:cNvSpPr txBox="1"/>
          <p:nvPr>
            <p:ph type="title"/>
          </p:nvPr>
        </p:nvSpPr>
        <p:spPr>
          <a:xfrm>
            <a:off x="6447214" y="1213484"/>
            <a:ext cx="2232000" cy="1927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accent1"/>
                </a:solidFill>
              </a:defRPr>
            </a:lvl1pPr>
            <a:lvl2pPr lvl="1" algn="l">
              <a:lnSpc>
                <a:spcPct val="115000"/>
              </a:lnSpc>
              <a:spcBef>
                <a:spcPts val="0"/>
              </a:spcBef>
              <a:spcAft>
                <a:spcPts val="0"/>
              </a:spcAft>
              <a:buSzPts val="1800"/>
              <a:buNone/>
              <a:defRPr sz="1800">
                <a:solidFill>
                  <a:schemeClr val="accent1"/>
                </a:solidFill>
              </a:defRPr>
            </a:lvl2pPr>
            <a:lvl3pPr lvl="2" algn="l">
              <a:lnSpc>
                <a:spcPct val="115000"/>
              </a:lnSpc>
              <a:spcBef>
                <a:spcPts val="0"/>
              </a:spcBef>
              <a:spcAft>
                <a:spcPts val="0"/>
              </a:spcAft>
              <a:buSzPts val="1800"/>
              <a:buNone/>
              <a:defRPr sz="1800">
                <a:solidFill>
                  <a:schemeClr val="accent1"/>
                </a:solidFill>
              </a:defRPr>
            </a:lvl3pPr>
            <a:lvl4pPr lvl="3" algn="l">
              <a:lnSpc>
                <a:spcPct val="115000"/>
              </a:lnSpc>
              <a:spcBef>
                <a:spcPts val="0"/>
              </a:spcBef>
              <a:spcAft>
                <a:spcPts val="0"/>
              </a:spcAft>
              <a:buSzPts val="1800"/>
              <a:buNone/>
              <a:defRPr sz="1800">
                <a:solidFill>
                  <a:schemeClr val="accent1"/>
                </a:solidFill>
              </a:defRPr>
            </a:lvl4pPr>
            <a:lvl5pPr lvl="4" algn="l">
              <a:lnSpc>
                <a:spcPct val="115000"/>
              </a:lnSpc>
              <a:spcBef>
                <a:spcPts val="0"/>
              </a:spcBef>
              <a:spcAft>
                <a:spcPts val="0"/>
              </a:spcAft>
              <a:buSzPts val="1800"/>
              <a:buNone/>
              <a:defRPr sz="1800">
                <a:solidFill>
                  <a:schemeClr val="accent1"/>
                </a:solidFill>
              </a:defRPr>
            </a:lvl5pPr>
            <a:lvl6pPr lvl="5" algn="l">
              <a:lnSpc>
                <a:spcPct val="115000"/>
              </a:lnSpc>
              <a:spcBef>
                <a:spcPts val="0"/>
              </a:spcBef>
              <a:spcAft>
                <a:spcPts val="0"/>
              </a:spcAft>
              <a:buSzPts val="1800"/>
              <a:buNone/>
              <a:defRPr sz="1800">
                <a:solidFill>
                  <a:schemeClr val="accent1"/>
                </a:solidFill>
              </a:defRPr>
            </a:lvl6pPr>
            <a:lvl7pPr lvl="6" algn="l">
              <a:lnSpc>
                <a:spcPct val="115000"/>
              </a:lnSpc>
              <a:spcBef>
                <a:spcPts val="0"/>
              </a:spcBef>
              <a:spcAft>
                <a:spcPts val="0"/>
              </a:spcAft>
              <a:buSzPts val="1800"/>
              <a:buNone/>
              <a:defRPr sz="1800">
                <a:solidFill>
                  <a:schemeClr val="accent1"/>
                </a:solidFill>
              </a:defRPr>
            </a:lvl7pPr>
            <a:lvl8pPr lvl="7" algn="l">
              <a:lnSpc>
                <a:spcPct val="115000"/>
              </a:lnSpc>
              <a:spcBef>
                <a:spcPts val="0"/>
              </a:spcBef>
              <a:spcAft>
                <a:spcPts val="0"/>
              </a:spcAft>
              <a:buSzPts val="1800"/>
              <a:buNone/>
              <a:defRPr sz="1800">
                <a:solidFill>
                  <a:schemeClr val="accent1"/>
                </a:solidFill>
              </a:defRPr>
            </a:lvl8pPr>
            <a:lvl9pPr lvl="8" algn="l">
              <a:lnSpc>
                <a:spcPct val="115000"/>
              </a:lnSpc>
              <a:spcBef>
                <a:spcPts val="0"/>
              </a:spcBef>
              <a:spcAft>
                <a:spcPts val="0"/>
              </a:spcAft>
              <a:buSzPts val="1800"/>
              <a:buNone/>
              <a:defRPr sz="1800">
                <a:solidFill>
                  <a:schemeClr val="accent1"/>
                </a:solidFill>
              </a:defRPr>
            </a:lvl9pPr>
          </a:lstStyle>
          <a:p/>
        </p:txBody>
      </p:sp>
      <p:sp>
        <p:nvSpPr>
          <p:cNvPr id="611" name="Google Shape;611;p53"/>
          <p:cNvSpPr txBox="1"/>
          <p:nvPr>
            <p:ph idx="2" type="subTitle"/>
          </p:nvPr>
        </p:nvSpPr>
        <p:spPr>
          <a:xfrm>
            <a:off x="6446978" y="4125125"/>
            <a:ext cx="17085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612" name="Google Shape;612;p53"/>
          <p:cNvSpPr txBox="1"/>
          <p:nvPr>
            <p:ph idx="3"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613" name="Google Shape;613;p53"/>
          <p:cNvSpPr txBox="1"/>
          <p:nvPr>
            <p:ph idx="4"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614" name="Google Shape;614;p5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15" name="Google Shape;615;p53"/>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616" name="Google Shape;616;p53"/>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617" name="Google Shape;617;p53"/>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2">
  <p:cSld name="CUSTOM_8_1_1">
    <p:spTree>
      <p:nvGrpSpPr>
        <p:cNvPr id="618" name="Shape 618"/>
        <p:cNvGrpSpPr/>
        <p:nvPr/>
      </p:nvGrpSpPr>
      <p:grpSpPr>
        <a:xfrm>
          <a:off x="0" y="0"/>
          <a:ext cx="0" cy="0"/>
          <a:chOff x="0" y="0"/>
          <a:chExt cx="0" cy="0"/>
        </a:xfrm>
      </p:grpSpPr>
      <p:sp>
        <p:nvSpPr>
          <p:cNvPr id="619" name="Google Shape;619;p54"/>
          <p:cNvSpPr txBox="1"/>
          <p:nvPr>
            <p:ph idx="1" type="subTitle"/>
          </p:nvPr>
        </p:nvSpPr>
        <p:spPr>
          <a:xfrm>
            <a:off x="436600" y="3909000"/>
            <a:ext cx="1708500" cy="7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sp>
        <p:nvSpPr>
          <p:cNvPr id="620" name="Google Shape;620;p54"/>
          <p:cNvSpPr txBox="1"/>
          <p:nvPr>
            <p:ph idx="2" type="subTitle"/>
          </p:nvPr>
        </p:nvSpPr>
        <p:spPr>
          <a:xfrm>
            <a:off x="3027400" y="3909000"/>
            <a:ext cx="1708500" cy="7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grpSp>
        <p:nvGrpSpPr>
          <p:cNvPr id="621" name="Google Shape;621;p54"/>
          <p:cNvGrpSpPr/>
          <p:nvPr/>
        </p:nvGrpSpPr>
        <p:grpSpPr>
          <a:xfrm flipH="1">
            <a:off x="5903161" y="2597462"/>
            <a:ext cx="6916230" cy="6916230"/>
            <a:chOff x="-3059650" y="1891300"/>
            <a:chExt cx="7160400" cy="7160400"/>
          </a:xfrm>
        </p:grpSpPr>
        <p:sp>
          <p:nvSpPr>
            <p:cNvPr id="622" name="Google Shape;622;p54"/>
            <p:cNvSpPr/>
            <p:nvPr/>
          </p:nvSpPr>
          <p:spPr>
            <a:xfrm flipH="1" rot="5400000">
              <a:off x="-3059650" y="1891300"/>
              <a:ext cx="7160400" cy="7160400"/>
            </a:xfrm>
            <a:prstGeom prst="arc">
              <a:avLst>
                <a:gd fmla="val 17100715" name="adj1"/>
                <a:gd fmla="val 2139344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623" name="Google Shape;623;p54"/>
            <p:cNvSpPr/>
            <p:nvPr/>
          </p:nvSpPr>
          <p:spPr>
            <a:xfrm flipH="1" rot="5400000">
              <a:off x="-1851199" y="3109695"/>
              <a:ext cx="4734900" cy="4735200"/>
            </a:xfrm>
            <a:prstGeom prst="arc">
              <a:avLst>
                <a:gd fmla="val 17607113" name="adj1"/>
                <a:gd fmla="val 21289676"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624" name="Google Shape;624;p54"/>
            <p:cNvSpPr/>
            <p:nvPr/>
          </p:nvSpPr>
          <p:spPr>
            <a:xfrm>
              <a:off x="1239430" y="2205756"/>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625" name="Google Shape;625;p54"/>
          <p:cNvSpPr txBox="1"/>
          <p:nvPr>
            <p:ph idx="3" type="subTitle"/>
          </p:nvPr>
        </p:nvSpPr>
        <p:spPr>
          <a:xfrm>
            <a:off x="6446978" y="814800"/>
            <a:ext cx="17085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626" name="Google Shape;626;p54"/>
          <p:cNvSpPr txBox="1"/>
          <p:nvPr>
            <p:ph type="title"/>
          </p:nvPr>
        </p:nvSpPr>
        <p:spPr>
          <a:xfrm>
            <a:off x="6447225" y="1213482"/>
            <a:ext cx="22320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000"/>
              <a:buNone/>
              <a:defRPr sz="1000">
                <a:solidFill>
                  <a:schemeClr val="accent1"/>
                </a:solidFill>
              </a:defRPr>
            </a:lvl1pPr>
            <a:lvl2pPr lvl="1" algn="l">
              <a:lnSpc>
                <a:spcPct val="115000"/>
              </a:lnSpc>
              <a:spcBef>
                <a:spcPts val="0"/>
              </a:spcBef>
              <a:spcAft>
                <a:spcPts val="0"/>
              </a:spcAft>
              <a:buSzPts val="1900"/>
              <a:buNone/>
              <a:defRPr sz="1900">
                <a:solidFill>
                  <a:schemeClr val="accent1"/>
                </a:solidFill>
              </a:defRPr>
            </a:lvl2pPr>
            <a:lvl3pPr lvl="2" algn="l">
              <a:lnSpc>
                <a:spcPct val="115000"/>
              </a:lnSpc>
              <a:spcBef>
                <a:spcPts val="0"/>
              </a:spcBef>
              <a:spcAft>
                <a:spcPts val="0"/>
              </a:spcAft>
              <a:buSzPts val="1900"/>
              <a:buNone/>
              <a:defRPr sz="1900">
                <a:solidFill>
                  <a:schemeClr val="accent1"/>
                </a:solidFill>
              </a:defRPr>
            </a:lvl3pPr>
            <a:lvl4pPr lvl="3" algn="l">
              <a:lnSpc>
                <a:spcPct val="115000"/>
              </a:lnSpc>
              <a:spcBef>
                <a:spcPts val="0"/>
              </a:spcBef>
              <a:spcAft>
                <a:spcPts val="0"/>
              </a:spcAft>
              <a:buSzPts val="1900"/>
              <a:buNone/>
              <a:defRPr sz="1900">
                <a:solidFill>
                  <a:schemeClr val="accent1"/>
                </a:solidFill>
              </a:defRPr>
            </a:lvl4pPr>
            <a:lvl5pPr lvl="4" algn="l">
              <a:lnSpc>
                <a:spcPct val="115000"/>
              </a:lnSpc>
              <a:spcBef>
                <a:spcPts val="0"/>
              </a:spcBef>
              <a:spcAft>
                <a:spcPts val="0"/>
              </a:spcAft>
              <a:buSzPts val="1900"/>
              <a:buNone/>
              <a:defRPr sz="1900">
                <a:solidFill>
                  <a:schemeClr val="accent1"/>
                </a:solidFill>
              </a:defRPr>
            </a:lvl5pPr>
            <a:lvl6pPr lvl="5" algn="l">
              <a:lnSpc>
                <a:spcPct val="115000"/>
              </a:lnSpc>
              <a:spcBef>
                <a:spcPts val="0"/>
              </a:spcBef>
              <a:spcAft>
                <a:spcPts val="0"/>
              </a:spcAft>
              <a:buSzPts val="1900"/>
              <a:buNone/>
              <a:defRPr sz="1900">
                <a:solidFill>
                  <a:schemeClr val="accent1"/>
                </a:solidFill>
              </a:defRPr>
            </a:lvl6pPr>
            <a:lvl7pPr lvl="6" algn="l">
              <a:lnSpc>
                <a:spcPct val="115000"/>
              </a:lnSpc>
              <a:spcBef>
                <a:spcPts val="0"/>
              </a:spcBef>
              <a:spcAft>
                <a:spcPts val="0"/>
              </a:spcAft>
              <a:buSzPts val="1900"/>
              <a:buNone/>
              <a:defRPr sz="1900">
                <a:solidFill>
                  <a:schemeClr val="accent1"/>
                </a:solidFill>
              </a:defRPr>
            </a:lvl7pPr>
            <a:lvl8pPr lvl="7" algn="l">
              <a:lnSpc>
                <a:spcPct val="115000"/>
              </a:lnSpc>
              <a:spcBef>
                <a:spcPts val="0"/>
              </a:spcBef>
              <a:spcAft>
                <a:spcPts val="0"/>
              </a:spcAft>
              <a:buSzPts val="1900"/>
              <a:buNone/>
              <a:defRPr sz="1900">
                <a:solidFill>
                  <a:schemeClr val="accent1"/>
                </a:solidFill>
              </a:defRPr>
            </a:lvl8pPr>
            <a:lvl9pPr lvl="8" algn="l">
              <a:lnSpc>
                <a:spcPct val="115000"/>
              </a:lnSpc>
              <a:spcBef>
                <a:spcPts val="0"/>
              </a:spcBef>
              <a:spcAft>
                <a:spcPts val="0"/>
              </a:spcAft>
              <a:buSzPts val="1900"/>
              <a:buNone/>
              <a:defRPr sz="1900">
                <a:solidFill>
                  <a:schemeClr val="accent1"/>
                </a:solidFill>
              </a:defRPr>
            </a:lvl9pPr>
          </a:lstStyle>
          <a:p/>
        </p:txBody>
      </p:sp>
      <p:cxnSp>
        <p:nvCxnSpPr>
          <p:cNvPr id="627" name="Google Shape;627;p54"/>
          <p:cNvCxnSpPr/>
          <p:nvPr/>
        </p:nvCxnSpPr>
        <p:spPr>
          <a:xfrm>
            <a:off x="5985025"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628" name="Google Shape;628;p54"/>
          <p:cNvSpPr txBox="1"/>
          <p:nvPr>
            <p:ph idx="4"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629" name="Google Shape;629;p54"/>
          <p:cNvSpPr txBox="1"/>
          <p:nvPr>
            <p:ph idx="5"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630" name="Google Shape;630;p54"/>
          <p:cNvSpPr txBox="1"/>
          <p:nvPr>
            <p:ph idx="6" type="subTitle"/>
          </p:nvPr>
        </p:nvSpPr>
        <p:spPr>
          <a:xfrm>
            <a:off x="436725" y="1961991"/>
            <a:ext cx="41823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631" name="Google Shape;631;p54"/>
          <p:cNvSpPr txBox="1"/>
          <p:nvPr>
            <p:ph idx="7" type="subTitle"/>
          </p:nvPr>
        </p:nvSpPr>
        <p:spPr>
          <a:xfrm>
            <a:off x="436725" y="3205792"/>
            <a:ext cx="41823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632" name="Google Shape;632;p54"/>
          <p:cNvSpPr txBox="1"/>
          <p:nvPr>
            <p:ph idx="8" type="subTitle"/>
          </p:nvPr>
        </p:nvSpPr>
        <p:spPr>
          <a:xfrm>
            <a:off x="436725" y="3686700"/>
            <a:ext cx="17085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633" name="Google Shape;633;p54"/>
          <p:cNvSpPr txBox="1"/>
          <p:nvPr>
            <p:ph idx="9" type="subTitle"/>
          </p:nvPr>
        </p:nvSpPr>
        <p:spPr>
          <a:xfrm>
            <a:off x="3027525" y="3686700"/>
            <a:ext cx="17085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634" name="Google Shape;634;p5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35" name="Google Shape;635;p54"/>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636" name="Google Shape;636;p54"/>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637" name="Google Shape;637;p54"/>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3">
  <p:cSld name="CUSTOM_8_1_1_1">
    <p:spTree>
      <p:nvGrpSpPr>
        <p:cNvPr id="638" name="Shape 638"/>
        <p:cNvGrpSpPr/>
        <p:nvPr/>
      </p:nvGrpSpPr>
      <p:grpSpPr>
        <a:xfrm>
          <a:off x="0" y="0"/>
          <a:ext cx="0" cy="0"/>
          <a:chOff x="0" y="0"/>
          <a:chExt cx="0" cy="0"/>
        </a:xfrm>
      </p:grpSpPr>
      <p:sp>
        <p:nvSpPr>
          <p:cNvPr id="639" name="Google Shape;639;p55"/>
          <p:cNvSpPr txBox="1"/>
          <p:nvPr>
            <p:ph idx="1" type="subTitle"/>
          </p:nvPr>
        </p:nvSpPr>
        <p:spPr>
          <a:xfrm>
            <a:off x="6446974" y="814800"/>
            <a:ext cx="22200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640" name="Google Shape;640;p55"/>
          <p:cNvSpPr txBox="1"/>
          <p:nvPr>
            <p:ph idx="2"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641" name="Google Shape;641;p55"/>
          <p:cNvSpPr txBox="1"/>
          <p:nvPr>
            <p:ph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642" name="Google Shape;642;p55"/>
          <p:cNvSpPr txBox="1"/>
          <p:nvPr>
            <p:ph idx="3" type="subTitle"/>
          </p:nvPr>
        </p:nvSpPr>
        <p:spPr>
          <a:xfrm>
            <a:off x="436725" y="1961998"/>
            <a:ext cx="4182300" cy="802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643" name="Google Shape;643;p55"/>
          <p:cNvSpPr txBox="1"/>
          <p:nvPr>
            <p:ph idx="4" type="subTitle"/>
          </p:nvPr>
        </p:nvSpPr>
        <p:spPr>
          <a:xfrm>
            <a:off x="436725" y="3219125"/>
            <a:ext cx="21864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644" name="Google Shape;644;p55"/>
          <p:cNvSpPr txBox="1"/>
          <p:nvPr>
            <p:ph idx="5" type="subTitle"/>
          </p:nvPr>
        </p:nvSpPr>
        <p:spPr>
          <a:xfrm>
            <a:off x="436725" y="3706675"/>
            <a:ext cx="21864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645" name="Google Shape;645;p55"/>
          <p:cNvSpPr txBox="1"/>
          <p:nvPr>
            <p:ph idx="6" type="subTitle"/>
          </p:nvPr>
        </p:nvSpPr>
        <p:spPr>
          <a:xfrm>
            <a:off x="3472800" y="3219125"/>
            <a:ext cx="21864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646" name="Google Shape;646;p55"/>
          <p:cNvSpPr txBox="1"/>
          <p:nvPr>
            <p:ph idx="7" type="subTitle"/>
          </p:nvPr>
        </p:nvSpPr>
        <p:spPr>
          <a:xfrm>
            <a:off x="3472800" y="3706675"/>
            <a:ext cx="21864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647" name="Google Shape;647;p55"/>
          <p:cNvSpPr txBox="1"/>
          <p:nvPr>
            <p:ph idx="8" type="subTitle"/>
          </p:nvPr>
        </p:nvSpPr>
        <p:spPr>
          <a:xfrm>
            <a:off x="6702724" y="1605750"/>
            <a:ext cx="1708500" cy="138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648" name="Google Shape;648;p55"/>
          <p:cNvSpPr txBox="1"/>
          <p:nvPr>
            <p:ph idx="9" type="subTitle"/>
          </p:nvPr>
        </p:nvSpPr>
        <p:spPr>
          <a:xfrm>
            <a:off x="6702724" y="1751007"/>
            <a:ext cx="1708500" cy="8325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sp>
        <p:nvSpPr>
          <p:cNvPr id="649" name="Google Shape;649;p5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50" name="Google Shape;650;p55"/>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651" name="Google Shape;651;p55"/>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652" name="Google Shape;652;p55"/>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
    <p:bg>
      <p:bgPr>
        <a:solidFill>
          <a:schemeClr val="dk2"/>
        </a:solidFill>
      </p:bgPr>
    </p:bg>
    <p:spTree>
      <p:nvGrpSpPr>
        <p:cNvPr id="653" name="Shape 653"/>
        <p:cNvGrpSpPr/>
        <p:nvPr/>
      </p:nvGrpSpPr>
      <p:grpSpPr>
        <a:xfrm>
          <a:off x="0" y="0"/>
          <a:ext cx="0" cy="0"/>
          <a:chOff x="0" y="0"/>
          <a:chExt cx="0" cy="0"/>
        </a:xfrm>
      </p:grpSpPr>
      <p:sp>
        <p:nvSpPr>
          <p:cNvPr id="654" name="Google Shape;654;p56"/>
          <p:cNvSpPr/>
          <p:nvPr/>
        </p:nvSpPr>
        <p:spPr>
          <a:xfrm>
            <a:off x="6411926"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03</a:t>
            </a:r>
            <a:endParaRPr b="0" i="0" sz="1600" u="none" cap="none" strike="noStrike">
              <a:solidFill>
                <a:schemeClr val="accent4"/>
              </a:solidFill>
              <a:latin typeface="IBM Plex Sans"/>
              <a:ea typeface="IBM Plex Sans"/>
              <a:cs typeface="IBM Plex Sans"/>
              <a:sym typeface="IBM Plex Sans"/>
            </a:endParaRPr>
          </a:p>
        </p:txBody>
      </p:sp>
      <p:sp>
        <p:nvSpPr>
          <p:cNvPr id="655" name="Google Shape;655;p56"/>
          <p:cNvSpPr/>
          <p:nvPr/>
        </p:nvSpPr>
        <p:spPr>
          <a:xfrm>
            <a:off x="436801"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01</a:t>
            </a:r>
            <a:endParaRPr b="0" i="0" sz="1600" u="none" cap="none" strike="noStrike">
              <a:solidFill>
                <a:schemeClr val="accent4"/>
              </a:solidFill>
              <a:latin typeface="IBM Plex Sans"/>
              <a:ea typeface="IBM Plex Sans"/>
              <a:cs typeface="IBM Plex Sans"/>
              <a:sym typeface="IBM Plex Sans"/>
            </a:endParaRPr>
          </a:p>
        </p:txBody>
      </p:sp>
      <p:sp>
        <p:nvSpPr>
          <p:cNvPr id="656" name="Google Shape;656;p56"/>
          <p:cNvSpPr/>
          <p:nvPr/>
        </p:nvSpPr>
        <p:spPr>
          <a:xfrm>
            <a:off x="3487789"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02</a:t>
            </a:r>
            <a:endParaRPr b="0" i="0" sz="1600" u="none" cap="none" strike="noStrike">
              <a:solidFill>
                <a:schemeClr val="accent4"/>
              </a:solidFill>
              <a:latin typeface="IBM Plex Sans"/>
              <a:ea typeface="IBM Plex Sans"/>
              <a:cs typeface="IBM Plex Sans"/>
              <a:sym typeface="IBM Plex Sans"/>
            </a:endParaRPr>
          </a:p>
        </p:txBody>
      </p:sp>
      <p:sp>
        <p:nvSpPr>
          <p:cNvPr id="657" name="Google Shape;657;p56"/>
          <p:cNvSpPr txBox="1"/>
          <p:nvPr>
            <p:ph idx="1" type="subTitle"/>
          </p:nvPr>
        </p:nvSpPr>
        <p:spPr>
          <a:xfrm>
            <a:off x="436725"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658" name="Google Shape;658;p56"/>
          <p:cNvSpPr txBox="1"/>
          <p:nvPr>
            <p:ph idx="2" type="subTitle"/>
          </p:nvPr>
        </p:nvSpPr>
        <p:spPr>
          <a:xfrm>
            <a:off x="3490450"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659" name="Google Shape;659;p56"/>
          <p:cNvSpPr txBox="1"/>
          <p:nvPr>
            <p:ph idx="3" type="subTitle"/>
          </p:nvPr>
        </p:nvSpPr>
        <p:spPr>
          <a:xfrm>
            <a:off x="6424500"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660" name="Google Shape;660;p56"/>
          <p:cNvSpPr txBox="1"/>
          <p:nvPr>
            <p:ph idx="4" type="subTitle"/>
          </p:nvPr>
        </p:nvSpPr>
        <p:spPr>
          <a:xfrm>
            <a:off x="436725" y="814797"/>
            <a:ext cx="27192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61" name="Google Shape;661;p56"/>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662" name="Google Shape;662;p5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63" name="Google Shape;663;p56"/>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64" name="Google Shape;664;p56"/>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65" name="Google Shape;665;p56"/>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66" name="Google Shape;666;p56"/>
          <p:cNvSpPr txBox="1"/>
          <p:nvPr>
            <p:ph idx="7" type="body"/>
          </p:nvPr>
        </p:nvSpPr>
        <p:spPr>
          <a:xfrm>
            <a:off x="436800"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667" name="Google Shape;667;p56"/>
          <p:cNvSpPr txBox="1"/>
          <p:nvPr>
            <p:ph idx="8" type="body"/>
          </p:nvPr>
        </p:nvSpPr>
        <p:spPr>
          <a:xfrm>
            <a:off x="3490438"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668" name="Google Shape;668;p56"/>
          <p:cNvSpPr txBox="1"/>
          <p:nvPr>
            <p:ph idx="9" type="body"/>
          </p:nvPr>
        </p:nvSpPr>
        <p:spPr>
          <a:xfrm>
            <a:off x="6411925"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p:cSld name="CUSTOM_7">
    <p:bg>
      <p:bgPr>
        <a:solidFill>
          <a:schemeClr val="dk2"/>
        </a:solidFill>
      </p:bgPr>
    </p:bg>
    <p:spTree>
      <p:nvGrpSpPr>
        <p:cNvPr id="669" name="Shape 669"/>
        <p:cNvGrpSpPr/>
        <p:nvPr/>
      </p:nvGrpSpPr>
      <p:grpSpPr>
        <a:xfrm>
          <a:off x="0" y="0"/>
          <a:ext cx="0" cy="0"/>
          <a:chOff x="0" y="0"/>
          <a:chExt cx="0" cy="0"/>
        </a:xfrm>
      </p:grpSpPr>
      <p:sp>
        <p:nvSpPr>
          <p:cNvPr id="670" name="Google Shape;670;p57"/>
          <p:cNvSpPr txBox="1"/>
          <p:nvPr>
            <p:ph type="title"/>
          </p:nvPr>
        </p:nvSpPr>
        <p:spPr>
          <a:xfrm>
            <a:off x="436725" y="457200"/>
            <a:ext cx="82302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671" name="Google Shape;671;p5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72" name="Google Shape;672;p57"/>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73" name="Google Shape;673;p57"/>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74" name="Google Shape;674;p57"/>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1">
    <p:bg>
      <p:bgPr>
        <a:solidFill>
          <a:schemeClr val="dk2"/>
        </a:solidFill>
      </p:bgPr>
    </p:bg>
    <p:spTree>
      <p:nvGrpSpPr>
        <p:cNvPr id="675" name="Shape 675"/>
        <p:cNvGrpSpPr/>
        <p:nvPr/>
      </p:nvGrpSpPr>
      <p:grpSpPr>
        <a:xfrm>
          <a:off x="0" y="0"/>
          <a:ext cx="0" cy="0"/>
          <a:chOff x="0" y="0"/>
          <a:chExt cx="0" cy="0"/>
        </a:xfrm>
      </p:grpSpPr>
      <p:sp>
        <p:nvSpPr>
          <p:cNvPr id="676" name="Google Shape;676;p58"/>
          <p:cNvSpPr txBox="1"/>
          <p:nvPr>
            <p:ph idx="1" type="subTitle"/>
          </p:nvPr>
        </p:nvSpPr>
        <p:spPr>
          <a:xfrm>
            <a:off x="436725"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77" name="Google Shape;677;p58"/>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678" name="Google Shape;678;p58"/>
          <p:cNvSpPr txBox="1"/>
          <p:nvPr>
            <p:ph idx="2" type="subTitle"/>
          </p:nvPr>
        </p:nvSpPr>
        <p:spPr>
          <a:xfrm>
            <a:off x="436725"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79" name="Google Shape;679;p58"/>
          <p:cNvSpPr txBox="1"/>
          <p:nvPr>
            <p:ph idx="3" type="subTitle"/>
          </p:nvPr>
        </p:nvSpPr>
        <p:spPr>
          <a:xfrm>
            <a:off x="3431950"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80" name="Google Shape;680;p58"/>
          <p:cNvSpPr txBox="1"/>
          <p:nvPr>
            <p:ph idx="4" type="subTitle"/>
          </p:nvPr>
        </p:nvSpPr>
        <p:spPr>
          <a:xfrm>
            <a:off x="3431950"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81" name="Google Shape;681;p58"/>
          <p:cNvSpPr txBox="1"/>
          <p:nvPr>
            <p:ph idx="5" type="subTitle"/>
          </p:nvPr>
        </p:nvSpPr>
        <p:spPr>
          <a:xfrm>
            <a:off x="6368675"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82" name="Google Shape;682;p58"/>
          <p:cNvSpPr txBox="1"/>
          <p:nvPr>
            <p:ph idx="6" type="subTitle"/>
          </p:nvPr>
        </p:nvSpPr>
        <p:spPr>
          <a:xfrm>
            <a:off x="6368675"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683" name="Google Shape;683;p58"/>
          <p:cNvSpPr txBox="1"/>
          <p:nvPr>
            <p:ph idx="7" type="subTitle"/>
          </p:nvPr>
        </p:nvSpPr>
        <p:spPr>
          <a:xfrm>
            <a:off x="436725" y="814799"/>
            <a:ext cx="271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84" name="Google Shape;684;p5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85" name="Google Shape;685;p58"/>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86" name="Google Shape;686;p58"/>
          <p:cNvSpPr txBox="1"/>
          <p:nvPr>
            <p:ph idx="8"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87" name="Google Shape;687;p58"/>
          <p:cNvSpPr txBox="1"/>
          <p:nvPr>
            <p:ph idx="9"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88" name="Google Shape;688;p58"/>
          <p:cNvSpPr txBox="1"/>
          <p:nvPr>
            <p:ph idx="13" type="body"/>
          </p:nvPr>
        </p:nvSpPr>
        <p:spPr>
          <a:xfrm>
            <a:off x="436800"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689" name="Google Shape;689;p58"/>
          <p:cNvSpPr txBox="1"/>
          <p:nvPr>
            <p:ph idx="14" type="body"/>
          </p:nvPr>
        </p:nvSpPr>
        <p:spPr>
          <a:xfrm>
            <a:off x="3490438"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690" name="Google Shape;690;p58"/>
          <p:cNvSpPr txBox="1"/>
          <p:nvPr>
            <p:ph idx="15" type="body"/>
          </p:nvPr>
        </p:nvSpPr>
        <p:spPr>
          <a:xfrm>
            <a:off x="6411925"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9">
    <p:bg>
      <p:bgPr>
        <a:solidFill>
          <a:schemeClr val="lt2"/>
        </a:solidFill>
      </p:bgPr>
    </p:bg>
    <p:spTree>
      <p:nvGrpSpPr>
        <p:cNvPr id="691" name="Shape 691"/>
        <p:cNvGrpSpPr/>
        <p:nvPr/>
      </p:nvGrpSpPr>
      <p:grpSpPr>
        <a:xfrm>
          <a:off x="0" y="0"/>
          <a:ext cx="0" cy="0"/>
          <a:chOff x="0" y="0"/>
          <a:chExt cx="0" cy="0"/>
        </a:xfrm>
      </p:grpSpPr>
      <p:sp>
        <p:nvSpPr>
          <p:cNvPr id="692" name="Google Shape;692;p59"/>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693" name="Google Shape;693;p59"/>
          <p:cNvSpPr txBox="1"/>
          <p:nvPr>
            <p:ph idx="1" type="subTitle"/>
          </p:nvPr>
        </p:nvSpPr>
        <p:spPr>
          <a:xfrm>
            <a:off x="436725"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94" name="Google Shape;694;p59"/>
          <p:cNvSpPr txBox="1"/>
          <p:nvPr>
            <p:ph idx="2" type="subTitle"/>
          </p:nvPr>
        </p:nvSpPr>
        <p:spPr>
          <a:xfrm>
            <a:off x="3360229"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95" name="Google Shape;695;p59"/>
          <p:cNvSpPr txBox="1"/>
          <p:nvPr>
            <p:ph idx="3" type="subTitle"/>
          </p:nvPr>
        </p:nvSpPr>
        <p:spPr>
          <a:xfrm>
            <a:off x="6420029"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96" name="Google Shape;696;p59"/>
          <p:cNvSpPr txBox="1"/>
          <p:nvPr>
            <p:ph idx="4" type="subTitle"/>
          </p:nvPr>
        </p:nvSpPr>
        <p:spPr>
          <a:xfrm>
            <a:off x="436725" y="814799"/>
            <a:ext cx="271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697" name="Google Shape;697;p5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98" name="Google Shape;698;p59"/>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99" name="Google Shape;699;p59"/>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00" name="Google Shape;700;p59"/>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701" name="Shape 701"/>
        <p:cNvGrpSpPr/>
        <p:nvPr/>
      </p:nvGrpSpPr>
      <p:grpSpPr>
        <a:xfrm>
          <a:off x="0" y="0"/>
          <a:ext cx="0" cy="0"/>
          <a:chOff x="0" y="0"/>
          <a:chExt cx="0" cy="0"/>
        </a:xfrm>
      </p:grpSpPr>
      <p:sp>
        <p:nvSpPr>
          <p:cNvPr id="702" name="Google Shape;702;p60"/>
          <p:cNvSpPr txBox="1"/>
          <p:nvPr>
            <p:ph idx="1" type="subTitle"/>
          </p:nvPr>
        </p:nvSpPr>
        <p:spPr>
          <a:xfrm>
            <a:off x="6600775" y="2561222"/>
            <a:ext cx="1877400" cy="48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4800"/>
              <a:buFont typeface="IBM Plex Sans"/>
              <a:buNone/>
              <a:defRPr sz="4800">
                <a:solidFill>
                  <a:schemeClr val="lt1"/>
                </a:solidFill>
              </a:defRPr>
            </a:lvl1pPr>
            <a:lvl2pPr lvl="1" algn="ctr">
              <a:lnSpc>
                <a:spcPct val="100000"/>
              </a:lnSpc>
              <a:spcBef>
                <a:spcPts val="0"/>
              </a:spcBef>
              <a:spcAft>
                <a:spcPts val="0"/>
              </a:spcAft>
              <a:buClr>
                <a:schemeClr val="lt1"/>
              </a:buClr>
              <a:buSzPts val="4800"/>
              <a:buFont typeface="IBM Plex Sans"/>
              <a:buNone/>
              <a:defRPr sz="4800">
                <a:solidFill>
                  <a:schemeClr val="lt1"/>
                </a:solidFill>
              </a:defRPr>
            </a:lvl2pPr>
            <a:lvl3pPr lvl="2" algn="ctr">
              <a:lnSpc>
                <a:spcPct val="100000"/>
              </a:lnSpc>
              <a:spcBef>
                <a:spcPts val="0"/>
              </a:spcBef>
              <a:spcAft>
                <a:spcPts val="0"/>
              </a:spcAft>
              <a:buClr>
                <a:schemeClr val="lt1"/>
              </a:buClr>
              <a:buSzPts val="4800"/>
              <a:buFont typeface="IBM Plex Sans"/>
              <a:buNone/>
              <a:defRPr sz="4800">
                <a:solidFill>
                  <a:schemeClr val="lt1"/>
                </a:solidFill>
              </a:defRPr>
            </a:lvl3pPr>
            <a:lvl4pPr lvl="3" algn="ctr">
              <a:lnSpc>
                <a:spcPct val="100000"/>
              </a:lnSpc>
              <a:spcBef>
                <a:spcPts val="0"/>
              </a:spcBef>
              <a:spcAft>
                <a:spcPts val="0"/>
              </a:spcAft>
              <a:buClr>
                <a:schemeClr val="lt1"/>
              </a:buClr>
              <a:buSzPts val="4800"/>
              <a:buFont typeface="IBM Plex Sans"/>
              <a:buNone/>
              <a:defRPr sz="4800">
                <a:solidFill>
                  <a:schemeClr val="lt1"/>
                </a:solidFill>
              </a:defRPr>
            </a:lvl4pPr>
            <a:lvl5pPr lvl="4" algn="ctr">
              <a:lnSpc>
                <a:spcPct val="100000"/>
              </a:lnSpc>
              <a:spcBef>
                <a:spcPts val="0"/>
              </a:spcBef>
              <a:spcAft>
                <a:spcPts val="0"/>
              </a:spcAft>
              <a:buClr>
                <a:schemeClr val="lt1"/>
              </a:buClr>
              <a:buSzPts val="4800"/>
              <a:buFont typeface="IBM Plex Sans"/>
              <a:buNone/>
              <a:defRPr sz="4800">
                <a:solidFill>
                  <a:schemeClr val="lt1"/>
                </a:solidFill>
              </a:defRPr>
            </a:lvl5pPr>
            <a:lvl6pPr lvl="5" algn="ctr">
              <a:lnSpc>
                <a:spcPct val="100000"/>
              </a:lnSpc>
              <a:spcBef>
                <a:spcPts val="0"/>
              </a:spcBef>
              <a:spcAft>
                <a:spcPts val="0"/>
              </a:spcAft>
              <a:buClr>
                <a:schemeClr val="lt1"/>
              </a:buClr>
              <a:buSzPts val="4800"/>
              <a:buFont typeface="IBM Plex Sans"/>
              <a:buNone/>
              <a:defRPr sz="4800">
                <a:solidFill>
                  <a:schemeClr val="lt1"/>
                </a:solidFill>
              </a:defRPr>
            </a:lvl6pPr>
            <a:lvl7pPr lvl="6" algn="ctr">
              <a:lnSpc>
                <a:spcPct val="100000"/>
              </a:lnSpc>
              <a:spcBef>
                <a:spcPts val="0"/>
              </a:spcBef>
              <a:spcAft>
                <a:spcPts val="0"/>
              </a:spcAft>
              <a:buClr>
                <a:schemeClr val="lt1"/>
              </a:buClr>
              <a:buSzPts val="4800"/>
              <a:buFont typeface="IBM Plex Sans"/>
              <a:buNone/>
              <a:defRPr sz="4800">
                <a:solidFill>
                  <a:schemeClr val="lt1"/>
                </a:solidFill>
              </a:defRPr>
            </a:lvl7pPr>
            <a:lvl8pPr lvl="7" algn="ctr">
              <a:lnSpc>
                <a:spcPct val="100000"/>
              </a:lnSpc>
              <a:spcBef>
                <a:spcPts val="0"/>
              </a:spcBef>
              <a:spcAft>
                <a:spcPts val="0"/>
              </a:spcAft>
              <a:buClr>
                <a:schemeClr val="lt1"/>
              </a:buClr>
              <a:buSzPts val="4800"/>
              <a:buFont typeface="IBM Plex Sans"/>
              <a:buNone/>
              <a:defRPr sz="4800">
                <a:solidFill>
                  <a:schemeClr val="lt1"/>
                </a:solidFill>
              </a:defRPr>
            </a:lvl8pPr>
            <a:lvl9pPr lvl="8" algn="ctr">
              <a:lnSpc>
                <a:spcPct val="100000"/>
              </a:lnSpc>
              <a:spcBef>
                <a:spcPts val="0"/>
              </a:spcBef>
              <a:spcAft>
                <a:spcPts val="0"/>
              </a:spcAft>
              <a:buClr>
                <a:schemeClr val="lt1"/>
              </a:buClr>
              <a:buSzPts val="4800"/>
              <a:buFont typeface="IBM Plex Sans"/>
              <a:buNone/>
              <a:defRPr sz="4800">
                <a:solidFill>
                  <a:schemeClr val="lt1"/>
                </a:solidFill>
              </a:defRPr>
            </a:lvl9pPr>
          </a:lstStyle>
          <a:p/>
        </p:txBody>
      </p:sp>
      <p:sp>
        <p:nvSpPr>
          <p:cNvPr id="703" name="Google Shape;703;p60"/>
          <p:cNvSpPr txBox="1"/>
          <p:nvPr>
            <p:ph idx="2" type="body"/>
          </p:nvPr>
        </p:nvSpPr>
        <p:spPr>
          <a:xfrm>
            <a:off x="3479850" y="4132200"/>
            <a:ext cx="2271000" cy="778200"/>
          </a:xfrm>
          <a:prstGeom prst="rect">
            <a:avLst/>
          </a:prstGeom>
          <a:noFill/>
          <a:ln>
            <a:noFill/>
          </a:ln>
        </p:spPr>
        <p:txBody>
          <a:bodyPr anchorCtr="0" anchor="b" bIns="91425" lIns="0" spcFirstLastPara="1" rIns="0" wrap="square" tIns="0">
            <a:noAutofit/>
          </a:bodyPr>
          <a:lstStyle>
            <a:lvl1pPr indent="-304800" lvl="0" marL="457200" algn="ctr">
              <a:lnSpc>
                <a:spcPct val="100000"/>
              </a:lnSpc>
              <a:spcBef>
                <a:spcPts val="0"/>
              </a:spcBef>
              <a:spcAft>
                <a:spcPts val="0"/>
              </a:spcAft>
              <a:buClr>
                <a:schemeClr val="lt1"/>
              </a:buClr>
              <a:buSzPts val="1200"/>
              <a:buFont typeface="IBM Plex Sans"/>
              <a:buChar char="●"/>
              <a:defRPr sz="1200">
                <a:solidFill>
                  <a:schemeClr val="lt1"/>
                </a:solidFill>
              </a:defRPr>
            </a:lvl1pPr>
            <a:lvl2pPr indent="-304800" lvl="1" marL="914400" algn="ctr">
              <a:lnSpc>
                <a:spcPct val="100000"/>
              </a:lnSpc>
              <a:spcBef>
                <a:spcPts val="0"/>
              </a:spcBef>
              <a:spcAft>
                <a:spcPts val="0"/>
              </a:spcAft>
              <a:buClr>
                <a:schemeClr val="lt1"/>
              </a:buClr>
              <a:buSzPts val="1200"/>
              <a:buFont typeface="IBM Plex Sans"/>
              <a:buChar char="○"/>
              <a:defRPr sz="1200">
                <a:solidFill>
                  <a:schemeClr val="lt1"/>
                </a:solidFill>
              </a:defRPr>
            </a:lvl2pPr>
            <a:lvl3pPr indent="-304800" lvl="2" marL="1371600" algn="ctr">
              <a:lnSpc>
                <a:spcPct val="100000"/>
              </a:lnSpc>
              <a:spcBef>
                <a:spcPts val="0"/>
              </a:spcBef>
              <a:spcAft>
                <a:spcPts val="0"/>
              </a:spcAft>
              <a:buClr>
                <a:schemeClr val="lt1"/>
              </a:buClr>
              <a:buSzPts val="1200"/>
              <a:buFont typeface="IBM Plex Sans"/>
              <a:buChar char="■"/>
              <a:defRPr sz="1200">
                <a:solidFill>
                  <a:schemeClr val="lt1"/>
                </a:solidFill>
              </a:defRPr>
            </a:lvl3pPr>
            <a:lvl4pPr indent="-304800" lvl="3" marL="1828800" algn="ctr">
              <a:lnSpc>
                <a:spcPct val="100000"/>
              </a:lnSpc>
              <a:spcBef>
                <a:spcPts val="0"/>
              </a:spcBef>
              <a:spcAft>
                <a:spcPts val="0"/>
              </a:spcAft>
              <a:buClr>
                <a:schemeClr val="lt1"/>
              </a:buClr>
              <a:buSzPts val="1200"/>
              <a:buFont typeface="IBM Plex Sans"/>
              <a:buChar char="●"/>
              <a:defRPr sz="1200">
                <a:solidFill>
                  <a:schemeClr val="lt1"/>
                </a:solidFill>
              </a:defRPr>
            </a:lvl4pPr>
            <a:lvl5pPr indent="-304800" lvl="4" marL="2286000" algn="ctr">
              <a:lnSpc>
                <a:spcPct val="100000"/>
              </a:lnSpc>
              <a:spcBef>
                <a:spcPts val="0"/>
              </a:spcBef>
              <a:spcAft>
                <a:spcPts val="0"/>
              </a:spcAft>
              <a:buClr>
                <a:schemeClr val="lt1"/>
              </a:buClr>
              <a:buSzPts val="1200"/>
              <a:buFont typeface="IBM Plex Sans"/>
              <a:buChar char="○"/>
              <a:defRPr sz="1200">
                <a:solidFill>
                  <a:schemeClr val="lt1"/>
                </a:solidFill>
              </a:defRPr>
            </a:lvl5pPr>
            <a:lvl6pPr indent="-304800" lvl="5" marL="2743200" algn="ctr">
              <a:lnSpc>
                <a:spcPct val="100000"/>
              </a:lnSpc>
              <a:spcBef>
                <a:spcPts val="0"/>
              </a:spcBef>
              <a:spcAft>
                <a:spcPts val="0"/>
              </a:spcAft>
              <a:buClr>
                <a:schemeClr val="lt1"/>
              </a:buClr>
              <a:buSzPts val="1200"/>
              <a:buFont typeface="IBM Plex Sans"/>
              <a:buChar char="■"/>
              <a:defRPr sz="1200">
                <a:solidFill>
                  <a:schemeClr val="lt1"/>
                </a:solidFill>
              </a:defRPr>
            </a:lvl6pPr>
            <a:lvl7pPr indent="-304800" lvl="6" marL="3200400" algn="ctr">
              <a:lnSpc>
                <a:spcPct val="100000"/>
              </a:lnSpc>
              <a:spcBef>
                <a:spcPts val="0"/>
              </a:spcBef>
              <a:spcAft>
                <a:spcPts val="0"/>
              </a:spcAft>
              <a:buClr>
                <a:schemeClr val="lt1"/>
              </a:buClr>
              <a:buSzPts val="1200"/>
              <a:buFont typeface="IBM Plex Sans"/>
              <a:buChar char="●"/>
              <a:defRPr sz="1200">
                <a:solidFill>
                  <a:schemeClr val="lt1"/>
                </a:solidFill>
              </a:defRPr>
            </a:lvl7pPr>
            <a:lvl8pPr indent="-304800" lvl="7" marL="3657600" algn="ctr">
              <a:lnSpc>
                <a:spcPct val="100000"/>
              </a:lnSpc>
              <a:spcBef>
                <a:spcPts val="0"/>
              </a:spcBef>
              <a:spcAft>
                <a:spcPts val="0"/>
              </a:spcAft>
              <a:buClr>
                <a:schemeClr val="lt1"/>
              </a:buClr>
              <a:buSzPts val="1200"/>
              <a:buFont typeface="IBM Plex Sans"/>
              <a:buChar char="○"/>
              <a:defRPr sz="1200">
                <a:solidFill>
                  <a:schemeClr val="lt1"/>
                </a:solidFill>
              </a:defRPr>
            </a:lvl8pPr>
            <a:lvl9pPr indent="-304800" lvl="8" marL="4114800" algn="ctr">
              <a:lnSpc>
                <a:spcPct val="100000"/>
              </a:lnSpc>
              <a:spcBef>
                <a:spcPts val="0"/>
              </a:spcBef>
              <a:spcAft>
                <a:spcPts val="0"/>
              </a:spcAft>
              <a:buClr>
                <a:schemeClr val="lt1"/>
              </a:buClr>
              <a:buSzPts val="1200"/>
              <a:buFont typeface="IBM Plex Sans"/>
              <a:buChar char="■"/>
              <a:defRPr sz="1200">
                <a:solidFill>
                  <a:schemeClr val="lt1"/>
                </a:solidFill>
              </a:defRPr>
            </a:lvl9pPr>
          </a:lstStyle>
          <a:p/>
        </p:txBody>
      </p:sp>
      <p:sp>
        <p:nvSpPr>
          <p:cNvPr id="704" name="Google Shape;704;p60"/>
          <p:cNvSpPr txBox="1"/>
          <p:nvPr>
            <p:ph idx="3" type="subTitle"/>
          </p:nvPr>
        </p:nvSpPr>
        <p:spPr>
          <a:xfrm>
            <a:off x="440575" y="2672701"/>
            <a:ext cx="23667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705" name="Google Shape;705;p60"/>
          <p:cNvSpPr txBox="1"/>
          <p:nvPr>
            <p:ph idx="4" type="body"/>
          </p:nvPr>
        </p:nvSpPr>
        <p:spPr>
          <a:xfrm>
            <a:off x="436800" y="3140767"/>
            <a:ext cx="2366700" cy="17715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706" name="Google Shape;706;p60"/>
          <p:cNvSpPr txBox="1"/>
          <p:nvPr>
            <p:ph idx="5" type="subTitle"/>
          </p:nvPr>
        </p:nvSpPr>
        <p:spPr>
          <a:xfrm>
            <a:off x="3633300" y="3251650"/>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707" name="Google Shape;707;p60"/>
          <p:cNvSpPr txBox="1"/>
          <p:nvPr>
            <p:ph idx="6" type="subTitle"/>
          </p:nvPr>
        </p:nvSpPr>
        <p:spPr>
          <a:xfrm>
            <a:off x="6600775" y="3251650"/>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708" name="Google Shape;708;p60"/>
          <p:cNvSpPr txBox="1"/>
          <p:nvPr>
            <p:ph idx="7" type="subTitle"/>
          </p:nvPr>
        </p:nvSpPr>
        <p:spPr>
          <a:xfrm>
            <a:off x="6600775" y="4569325"/>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709" name="Google Shape;709;p60"/>
          <p:cNvSpPr txBox="1"/>
          <p:nvPr>
            <p:ph idx="8" type="subTitle"/>
          </p:nvPr>
        </p:nvSpPr>
        <p:spPr>
          <a:xfrm>
            <a:off x="3633300" y="2561222"/>
            <a:ext cx="1877400" cy="48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4800"/>
              <a:buFont typeface="IBM Plex Sans"/>
              <a:buNone/>
              <a:defRPr sz="4800">
                <a:solidFill>
                  <a:schemeClr val="lt1"/>
                </a:solidFill>
              </a:defRPr>
            </a:lvl1pPr>
            <a:lvl2pPr lvl="1" algn="ctr">
              <a:lnSpc>
                <a:spcPct val="100000"/>
              </a:lnSpc>
              <a:spcBef>
                <a:spcPts val="0"/>
              </a:spcBef>
              <a:spcAft>
                <a:spcPts val="0"/>
              </a:spcAft>
              <a:buClr>
                <a:schemeClr val="lt1"/>
              </a:buClr>
              <a:buSzPts val="4800"/>
              <a:buFont typeface="IBM Plex Sans"/>
              <a:buNone/>
              <a:defRPr sz="4800">
                <a:solidFill>
                  <a:schemeClr val="lt1"/>
                </a:solidFill>
              </a:defRPr>
            </a:lvl2pPr>
            <a:lvl3pPr lvl="2" algn="ctr">
              <a:lnSpc>
                <a:spcPct val="100000"/>
              </a:lnSpc>
              <a:spcBef>
                <a:spcPts val="0"/>
              </a:spcBef>
              <a:spcAft>
                <a:spcPts val="0"/>
              </a:spcAft>
              <a:buClr>
                <a:schemeClr val="lt1"/>
              </a:buClr>
              <a:buSzPts val="4800"/>
              <a:buFont typeface="IBM Plex Sans"/>
              <a:buNone/>
              <a:defRPr sz="4800">
                <a:solidFill>
                  <a:schemeClr val="lt1"/>
                </a:solidFill>
              </a:defRPr>
            </a:lvl3pPr>
            <a:lvl4pPr lvl="3" algn="ctr">
              <a:lnSpc>
                <a:spcPct val="100000"/>
              </a:lnSpc>
              <a:spcBef>
                <a:spcPts val="0"/>
              </a:spcBef>
              <a:spcAft>
                <a:spcPts val="0"/>
              </a:spcAft>
              <a:buClr>
                <a:schemeClr val="lt1"/>
              </a:buClr>
              <a:buSzPts val="4800"/>
              <a:buFont typeface="IBM Plex Sans"/>
              <a:buNone/>
              <a:defRPr sz="4800">
                <a:solidFill>
                  <a:schemeClr val="lt1"/>
                </a:solidFill>
              </a:defRPr>
            </a:lvl4pPr>
            <a:lvl5pPr lvl="4" algn="ctr">
              <a:lnSpc>
                <a:spcPct val="100000"/>
              </a:lnSpc>
              <a:spcBef>
                <a:spcPts val="0"/>
              </a:spcBef>
              <a:spcAft>
                <a:spcPts val="0"/>
              </a:spcAft>
              <a:buClr>
                <a:schemeClr val="lt1"/>
              </a:buClr>
              <a:buSzPts val="4800"/>
              <a:buFont typeface="IBM Plex Sans"/>
              <a:buNone/>
              <a:defRPr sz="4800">
                <a:solidFill>
                  <a:schemeClr val="lt1"/>
                </a:solidFill>
              </a:defRPr>
            </a:lvl5pPr>
            <a:lvl6pPr lvl="5" algn="ctr">
              <a:lnSpc>
                <a:spcPct val="100000"/>
              </a:lnSpc>
              <a:spcBef>
                <a:spcPts val="0"/>
              </a:spcBef>
              <a:spcAft>
                <a:spcPts val="0"/>
              </a:spcAft>
              <a:buClr>
                <a:schemeClr val="lt1"/>
              </a:buClr>
              <a:buSzPts val="4800"/>
              <a:buFont typeface="IBM Plex Sans"/>
              <a:buNone/>
              <a:defRPr sz="4800">
                <a:solidFill>
                  <a:schemeClr val="lt1"/>
                </a:solidFill>
              </a:defRPr>
            </a:lvl6pPr>
            <a:lvl7pPr lvl="6" algn="ctr">
              <a:lnSpc>
                <a:spcPct val="100000"/>
              </a:lnSpc>
              <a:spcBef>
                <a:spcPts val="0"/>
              </a:spcBef>
              <a:spcAft>
                <a:spcPts val="0"/>
              </a:spcAft>
              <a:buClr>
                <a:schemeClr val="lt1"/>
              </a:buClr>
              <a:buSzPts val="4800"/>
              <a:buFont typeface="IBM Plex Sans"/>
              <a:buNone/>
              <a:defRPr sz="4800">
                <a:solidFill>
                  <a:schemeClr val="lt1"/>
                </a:solidFill>
              </a:defRPr>
            </a:lvl7pPr>
            <a:lvl8pPr lvl="7" algn="ctr">
              <a:lnSpc>
                <a:spcPct val="100000"/>
              </a:lnSpc>
              <a:spcBef>
                <a:spcPts val="0"/>
              </a:spcBef>
              <a:spcAft>
                <a:spcPts val="0"/>
              </a:spcAft>
              <a:buClr>
                <a:schemeClr val="lt1"/>
              </a:buClr>
              <a:buSzPts val="4800"/>
              <a:buFont typeface="IBM Plex Sans"/>
              <a:buNone/>
              <a:defRPr sz="4800">
                <a:solidFill>
                  <a:schemeClr val="lt1"/>
                </a:solidFill>
              </a:defRPr>
            </a:lvl8pPr>
            <a:lvl9pPr lvl="8" algn="ctr">
              <a:lnSpc>
                <a:spcPct val="100000"/>
              </a:lnSpc>
              <a:spcBef>
                <a:spcPts val="0"/>
              </a:spcBef>
              <a:spcAft>
                <a:spcPts val="0"/>
              </a:spcAft>
              <a:buClr>
                <a:schemeClr val="lt1"/>
              </a:buClr>
              <a:buSzPts val="4800"/>
              <a:buFont typeface="IBM Plex Sans"/>
              <a:buNone/>
              <a:defRPr sz="4800">
                <a:solidFill>
                  <a:schemeClr val="lt1"/>
                </a:solidFill>
              </a:defRPr>
            </a:lvl9pPr>
          </a:lstStyle>
          <a:p/>
        </p:txBody>
      </p:sp>
      <p:sp>
        <p:nvSpPr>
          <p:cNvPr id="710" name="Google Shape;710;p60"/>
          <p:cNvSpPr txBox="1"/>
          <p:nvPr>
            <p:ph idx="9"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711" name="Google Shape;711;p60"/>
          <p:cNvSpPr txBox="1"/>
          <p:nvPr>
            <p:ph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712" name="Google Shape;712;p6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713" name="Google Shape;713;p60"/>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714" name="Google Shape;714;p60"/>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15" name="Google Shape;715;p60"/>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8">
  <p:cSld name="CUSTOM_11_1_1">
    <p:bg>
      <p:bgPr>
        <a:solidFill>
          <a:schemeClr val="dk2"/>
        </a:solidFill>
      </p:bgPr>
    </p:bg>
    <p:spTree>
      <p:nvGrpSpPr>
        <p:cNvPr id="716" name="Shape 716"/>
        <p:cNvGrpSpPr/>
        <p:nvPr/>
      </p:nvGrpSpPr>
      <p:grpSpPr>
        <a:xfrm>
          <a:off x="0" y="0"/>
          <a:ext cx="0" cy="0"/>
          <a:chOff x="0" y="0"/>
          <a:chExt cx="0" cy="0"/>
        </a:xfrm>
      </p:grpSpPr>
      <p:cxnSp>
        <p:nvCxnSpPr>
          <p:cNvPr id="717" name="Google Shape;717;p61"/>
          <p:cNvCxnSpPr/>
          <p:nvPr/>
        </p:nvCxnSpPr>
        <p:spPr>
          <a:xfrm>
            <a:off x="3146975" y="0"/>
            <a:ext cx="0" cy="5143500"/>
          </a:xfrm>
          <a:prstGeom prst="straightConnector1">
            <a:avLst/>
          </a:prstGeom>
          <a:noFill/>
          <a:ln cap="flat" cmpd="sng" w="9525">
            <a:solidFill>
              <a:schemeClr val="lt2"/>
            </a:solidFill>
            <a:prstDash val="solid"/>
            <a:round/>
            <a:headEnd len="sm" w="sm" type="none"/>
            <a:tailEnd len="sm" w="sm" type="none"/>
          </a:ln>
        </p:spPr>
      </p:cxnSp>
      <p:sp>
        <p:nvSpPr>
          <p:cNvPr id="718" name="Google Shape;718;p61"/>
          <p:cNvSpPr txBox="1"/>
          <p:nvPr>
            <p:ph idx="1" type="subTitle"/>
          </p:nvPr>
        </p:nvSpPr>
        <p:spPr>
          <a:xfrm>
            <a:off x="436725" y="814800"/>
            <a:ext cx="23019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719" name="Google Shape;719;p61"/>
          <p:cNvSpPr txBox="1"/>
          <p:nvPr>
            <p:ph type="title"/>
          </p:nvPr>
        </p:nvSpPr>
        <p:spPr>
          <a:xfrm>
            <a:off x="436725" y="1231825"/>
            <a:ext cx="23019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720" name="Google Shape;720;p61"/>
          <p:cNvSpPr txBox="1"/>
          <p:nvPr>
            <p:ph idx="2" type="subTitle"/>
          </p:nvPr>
        </p:nvSpPr>
        <p:spPr>
          <a:xfrm>
            <a:off x="3687450" y="8148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21" name="Google Shape;721;p61"/>
          <p:cNvSpPr txBox="1"/>
          <p:nvPr>
            <p:ph idx="3" type="subTitle"/>
          </p:nvPr>
        </p:nvSpPr>
        <p:spPr>
          <a:xfrm>
            <a:off x="5948075" y="8148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722" name="Google Shape;722;p61"/>
          <p:cNvSpPr txBox="1"/>
          <p:nvPr>
            <p:ph idx="4" type="subTitle"/>
          </p:nvPr>
        </p:nvSpPr>
        <p:spPr>
          <a:xfrm>
            <a:off x="3687450" y="18351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23" name="Google Shape;723;p61"/>
          <p:cNvSpPr txBox="1"/>
          <p:nvPr>
            <p:ph idx="5" type="subTitle"/>
          </p:nvPr>
        </p:nvSpPr>
        <p:spPr>
          <a:xfrm>
            <a:off x="5948075" y="18351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724" name="Google Shape;724;p61"/>
          <p:cNvSpPr txBox="1"/>
          <p:nvPr>
            <p:ph idx="6" type="subTitle"/>
          </p:nvPr>
        </p:nvSpPr>
        <p:spPr>
          <a:xfrm>
            <a:off x="3687450" y="28554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25" name="Google Shape;725;p61"/>
          <p:cNvSpPr txBox="1"/>
          <p:nvPr>
            <p:ph idx="7" type="subTitle"/>
          </p:nvPr>
        </p:nvSpPr>
        <p:spPr>
          <a:xfrm>
            <a:off x="5948075" y="28554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726" name="Google Shape;726;p61"/>
          <p:cNvSpPr txBox="1"/>
          <p:nvPr>
            <p:ph idx="8" type="subTitle"/>
          </p:nvPr>
        </p:nvSpPr>
        <p:spPr>
          <a:xfrm>
            <a:off x="3687450" y="38757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727" name="Google Shape;727;p61"/>
          <p:cNvSpPr txBox="1"/>
          <p:nvPr>
            <p:ph idx="9" type="subTitle"/>
          </p:nvPr>
        </p:nvSpPr>
        <p:spPr>
          <a:xfrm>
            <a:off x="5948075" y="38757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grpSp>
        <p:nvGrpSpPr>
          <p:cNvPr id="728" name="Google Shape;728;p61"/>
          <p:cNvGrpSpPr/>
          <p:nvPr/>
        </p:nvGrpSpPr>
        <p:grpSpPr>
          <a:xfrm>
            <a:off x="-2496534" y="3870995"/>
            <a:ext cx="6226684" cy="6226684"/>
            <a:chOff x="-3059650" y="1891300"/>
            <a:chExt cx="7160400" cy="7160400"/>
          </a:xfrm>
        </p:grpSpPr>
        <p:sp>
          <p:nvSpPr>
            <p:cNvPr id="729" name="Google Shape;729;p61"/>
            <p:cNvSpPr/>
            <p:nvPr/>
          </p:nvSpPr>
          <p:spPr>
            <a:xfrm flipH="1" rot="5400000">
              <a:off x="-3059650" y="1891300"/>
              <a:ext cx="7160400" cy="7160400"/>
            </a:xfrm>
            <a:prstGeom prst="arc">
              <a:avLst>
                <a:gd fmla="val 18371962" name="adj1"/>
                <a:gd fmla="val 69257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730" name="Google Shape;730;p61"/>
            <p:cNvSpPr/>
            <p:nvPr/>
          </p:nvSpPr>
          <p:spPr>
            <a:xfrm flipH="1" rot="5400000">
              <a:off x="-1851199" y="3109695"/>
              <a:ext cx="4734900" cy="4735200"/>
            </a:xfrm>
            <a:prstGeom prst="arc">
              <a:avLst>
                <a:gd fmla="val 20003341" name="adj1"/>
                <a:gd fmla="val 105165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731" name="Google Shape;731;p61"/>
            <p:cNvSpPr/>
            <p:nvPr/>
          </p:nvSpPr>
          <p:spPr>
            <a:xfrm>
              <a:off x="558070" y="1959534"/>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732" name="Google Shape;732;p6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733" name="Google Shape;733;p61"/>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734" name="Google Shape;734;p61"/>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35" name="Google Shape;735;p61"/>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12">
    <p:spTree>
      <p:nvGrpSpPr>
        <p:cNvPr id="736" name="Shape 736"/>
        <p:cNvGrpSpPr/>
        <p:nvPr/>
      </p:nvGrpSpPr>
      <p:grpSpPr>
        <a:xfrm>
          <a:off x="0" y="0"/>
          <a:ext cx="0" cy="0"/>
          <a:chOff x="0" y="0"/>
          <a:chExt cx="0" cy="0"/>
        </a:xfrm>
      </p:grpSpPr>
      <p:sp>
        <p:nvSpPr>
          <p:cNvPr id="737" name="Google Shape;737;p62"/>
          <p:cNvSpPr txBox="1"/>
          <p:nvPr>
            <p:ph type="title"/>
          </p:nvPr>
        </p:nvSpPr>
        <p:spPr>
          <a:xfrm>
            <a:off x="436725" y="1856744"/>
            <a:ext cx="4182300" cy="1726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738" name="Google Shape;738;p62"/>
          <p:cNvSpPr txBox="1"/>
          <p:nvPr>
            <p:ph idx="1" type="subTitle"/>
          </p:nvPr>
        </p:nvSpPr>
        <p:spPr>
          <a:xfrm>
            <a:off x="436725" y="4040806"/>
            <a:ext cx="43467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739" name="Google Shape;739;p6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grpSp>
        <p:nvGrpSpPr>
          <p:cNvPr id="740" name="Google Shape;740;p62"/>
          <p:cNvGrpSpPr/>
          <p:nvPr/>
        </p:nvGrpSpPr>
        <p:grpSpPr>
          <a:xfrm>
            <a:off x="4617928" y="-2295175"/>
            <a:ext cx="8097622" cy="8097300"/>
            <a:chOff x="4617928" y="-2295175"/>
            <a:chExt cx="8097622" cy="8097300"/>
          </a:xfrm>
        </p:grpSpPr>
        <p:sp>
          <p:nvSpPr>
            <p:cNvPr id="741" name="Google Shape;741;p62"/>
            <p:cNvSpPr/>
            <p:nvPr/>
          </p:nvSpPr>
          <p:spPr>
            <a:xfrm rot="10800000">
              <a:off x="7966809" y="4424636"/>
              <a:ext cx="1375200" cy="1375500"/>
            </a:xfrm>
            <a:prstGeom prst="arc">
              <a:avLst>
                <a:gd fmla="val 21412732" name="adj1"/>
                <a:gd fmla="val 8118525"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742" name="Google Shape;742;p62"/>
            <p:cNvSpPr/>
            <p:nvPr/>
          </p:nvSpPr>
          <p:spPr>
            <a:xfrm rot="10800000">
              <a:off x="4617928" y="981337"/>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743" name="Google Shape;743;p62"/>
            <p:cNvSpPr/>
            <p:nvPr/>
          </p:nvSpPr>
          <p:spPr>
            <a:xfrm rot="10800000">
              <a:off x="6503978" y="2402224"/>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744" name="Google Shape;744;p62"/>
            <p:cNvSpPr/>
            <p:nvPr/>
          </p:nvSpPr>
          <p:spPr>
            <a:xfrm rot="10800000">
              <a:off x="4618250" y="-2295175"/>
              <a:ext cx="8097300" cy="8097300"/>
            </a:xfrm>
            <a:prstGeom prst="arc">
              <a:avLst>
                <a:gd fmla="val 18189000" name="adj1"/>
                <a:gd fmla="val 154273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745" name="Google Shape;745;p62"/>
            <p:cNvSpPr/>
            <p:nvPr/>
          </p:nvSpPr>
          <p:spPr>
            <a:xfrm rot="10800000">
              <a:off x="7371951" y="458150"/>
              <a:ext cx="2590200" cy="2590500"/>
            </a:xfrm>
            <a:prstGeom prst="arc">
              <a:avLst>
                <a:gd fmla="val 14906789" name="adj1"/>
                <a:gd fmla="val 669075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746" name="Google Shape;746;p62"/>
            <p:cNvSpPr/>
            <p:nvPr/>
          </p:nvSpPr>
          <p:spPr>
            <a:xfrm rot="10800000">
              <a:off x="5993840" y="-923950"/>
              <a:ext cx="5354400" cy="5354700"/>
            </a:xfrm>
            <a:prstGeom prst="arc">
              <a:avLst>
                <a:gd fmla="val 15584619" name="adj1"/>
                <a:gd fmla="val 2466172"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grpSp>
      <p:cxnSp>
        <p:nvCxnSpPr>
          <p:cNvPr id="747" name="Google Shape;747;p62"/>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748" name="Google Shape;748;p62"/>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749" name="Google Shape;749;p62"/>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6_1">
    <p:spTree>
      <p:nvGrpSpPr>
        <p:cNvPr id="750" name="Shape 750"/>
        <p:cNvGrpSpPr/>
        <p:nvPr/>
      </p:nvGrpSpPr>
      <p:grpSpPr>
        <a:xfrm>
          <a:off x="0" y="0"/>
          <a:ext cx="0" cy="0"/>
          <a:chOff x="0" y="0"/>
          <a:chExt cx="0" cy="0"/>
        </a:xfrm>
      </p:grpSpPr>
      <p:sp>
        <p:nvSpPr>
          <p:cNvPr id="751" name="Google Shape;751;p63"/>
          <p:cNvSpPr txBox="1"/>
          <p:nvPr>
            <p:ph type="title"/>
          </p:nvPr>
        </p:nvSpPr>
        <p:spPr>
          <a:xfrm>
            <a:off x="436725" y="2781949"/>
            <a:ext cx="4182300" cy="784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752" name="Google Shape;752;p6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753" name="Google Shape;753;p63"/>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754" name="Google Shape;754;p63"/>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755" name="Google Shape;755;p63"/>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grpSp>
        <p:nvGrpSpPr>
          <p:cNvPr id="756" name="Google Shape;756;p63"/>
          <p:cNvGrpSpPr/>
          <p:nvPr/>
        </p:nvGrpSpPr>
        <p:grpSpPr>
          <a:xfrm rot="10800000">
            <a:off x="4618955" y="-4359904"/>
            <a:ext cx="6916230" cy="6916230"/>
            <a:chOff x="-3059650" y="1891300"/>
            <a:chExt cx="7160400" cy="7160400"/>
          </a:xfrm>
        </p:grpSpPr>
        <p:sp>
          <p:nvSpPr>
            <p:cNvPr id="757" name="Google Shape;757;p63"/>
            <p:cNvSpPr/>
            <p:nvPr/>
          </p:nvSpPr>
          <p:spPr>
            <a:xfrm flipH="1" rot="5400000">
              <a:off x="-3059650" y="1891300"/>
              <a:ext cx="7160400" cy="7160400"/>
            </a:xfrm>
            <a:prstGeom prst="arc">
              <a:avLst>
                <a:gd fmla="val 17100715" name="adj1"/>
                <a:gd fmla="val 107222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758" name="Google Shape;758;p63"/>
            <p:cNvSpPr/>
            <p:nvPr/>
          </p:nvSpPr>
          <p:spPr>
            <a:xfrm flipH="1" rot="5400000">
              <a:off x="-1851199" y="3109695"/>
              <a:ext cx="4734900" cy="4735200"/>
            </a:xfrm>
            <a:prstGeom prst="arc">
              <a:avLst>
                <a:gd fmla="val 17607113" name="adj1"/>
                <a:gd fmla="val 165804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759" name="Google Shape;759;p63"/>
            <p:cNvSpPr/>
            <p:nvPr/>
          </p:nvSpPr>
          <p:spPr>
            <a:xfrm>
              <a:off x="1239430" y="2205756"/>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cxnSp>
        <p:nvCxnSpPr>
          <p:cNvPr id="760" name="Google Shape;760;p63"/>
          <p:cNvCxnSpPr/>
          <p:nvPr/>
        </p:nvCxnSpPr>
        <p:spPr>
          <a:xfrm>
            <a:off x="0" y="2553350"/>
            <a:ext cx="9144000" cy="0"/>
          </a:xfrm>
          <a:prstGeom prst="straightConnector1">
            <a:avLst/>
          </a:prstGeom>
          <a:noFill/>
          <a:ln cap="flat" cmpd="sng" w="9525">
            <a:solidFill>
              <a:schemeClr val="lt2"/>
            </a:solidFill>
            <a:prstDash val="solid"/>
            <a:round/>
            <a:headEnd len="sm" w="sm" type="none"/>
            <a:tailEnd len="sm" w="sm" type="none"/>
          </a:ln>
        </p:spPr>
      </p:cxnSp>
      <p:sp>
        <p:nvSpPr>
          <p:cNvPr id="761" name="Google Shape;761;p63"/>
          <p:cNvSpPr txBox="1"/>
          <p:nvPr>
            <p:ph idx="3" type="subTitle"/>
          </p:nvPr>
        </p:nvSpPr>
        <p:spPr>
          <a:xfrm>
            <a:off x="436725" y="3675175"/>
            <a:ext cx="3813000" cy="737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762" name="Google Shape;762;p63"/>
          <p:cNvSpPr txBox="1"/>
          <p:nvPr>
            <p:ph idx="4" type="subTitle"/>
          </p:nvPr>
        </p:nvSpPr>
        <p:spPr>
          <a:xfrm>
            <a:off x="4980750" y="3675175"/>
            <a:ext cx="3813000" cy="737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63" name="Shape 763"/>
        <p:cNvGrpSpPr/>
        <p:nvPr/>
      </p:nvGrpSpPr>
      <p:grpSpPr>
        <a:xfrm>
          <a:off x="0" y="0"/>
          <a:ext cx="0" cy="0"/>
          <a:chOff x="0" y="0"/>
          <a:chExt cx="0" cy="0"/>
        </a:xfrm>
      </p:grpSpPr>
      <p:sp>
        <p:nvSpPr>
          <p:cNvPr id="764" name="Google Shape;764;p64"/>
          <p:cNvSpPr txBox="1"/>
          <p:nvPr>
            <p:ph type="ctrTitle"/>
          </p:nvPr>
        </p:nvSpPr>
        <p:spPr>
          <a:xfrm>
            <a:off x="311708" y="744575"/>
            <a:ext cx="8520600" cy="20526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5200"/>
              <a:buChar char="●"/>
              <a:defRPr sz="5200"/>
            </a:lvl1pPr>
            <a:lvl2pPr lvl="1" algn="ctr">
              <a:lnSpc>
                <a:spcPct val="115000"/>
              </a:lnSpc>
              <a:spcBef>
                <a:spcPts val="0"/>
              </a:spcBef>
              <a:spcAft>
                <a:spcPts val="0"/>
              </a:spcAft>
              <a:buSzPts val="5200"/>
              <a:buChar char="○"/>
              <a:defRPr sz="5200"/>
            </a:lvl2pPr>
            <a:lvl3pPr lvl="2" algn="ctr">
              <a:lnSpc>
                <a:spcPct val="115000"/>
              </a:lnSpc>
              <a:spcBef>
                <a:spcPts val="0"/>
              </a:spcBef>
              <a:spcAft>
                <a:spcPts val="0"/>
              </a:spcAft>
              <a:buSzPts val="5200"/>
              <a:buChar char="■"/>
              <a:defRPr sz="5200"/>
            </a:lvl3pPr>
            <a:lvl4pPr lvl="3" algn="ctr">
              <a:lnSpc>
                <a:spcPct val="115000"/>
              </a:lnSpc>
              <a:spcBef>
                <a:spcPts val="0"/>
              </a:spcBef>
              <a:spcAft>
                <a:spcPts val="0"/>
              </a:spcAft>
              <a:buSzPts val="5200"/>
              <a:buChar char="●"/>
              <a:defRPr sz="5200"/>
            </a:lvl4pPr>
            <a:lvl5pPr lvl="4" algn="ctr">
              <a:lnSpc>
                <a:spcPct val="115000"/>
              </a:lnSpc>
              <a:spcBef>
                <a:spcPts val="0"/>
              </a:spcBef>
              <a:spcAft>
                <a:spcPts val="0"/>
              </a:spcAft>
              <a:buSzPts val="5200"/>
              <a:buChar char="○"/>
              <a:defRPr sz="5200"/>
            </a:lvl5pPr>
            <a:lvl6pPr lvl="5" algn="ctr">
              <a:lnSpc>
                <a:spcPct val="115000"/>
              </a:lnSpc>
              <a:spcBef>
                <a:spcPts val="0"/>
              </a:spcBef>
              <a:spcAft>
                <a:spcPts val="0"/>
              </a:spcAft>
              <a:buSzPts val="5200"/>
              <a:buChar char="■"/>
              <a:defRPr sz="5200"/>
            </a:lvl6pPr>
            <a:lvl7pPr lvl="6" algn="ctr">
              <a:lnSpc>
                <a:spcPct val="115000"/>
              </a:lnSpc>
              <a:spcBef>
                <a:spcPts val="0"/>
              </a:spcBef>
              <a:spcAft>
                <a:spcPts val="0"/>
              </a:spcAft>
              <a:buSzPts val="5200"/>
              <a:buChar char="●"/>
              <a:defRPr sz="5200"/>
            </a:lvl7pPr>
            <a:lvl8pPr lvl="7" algn="ctr">
              <a:lnSpc>
                <a:spcPct val="115000"/>
              </a:lnSpc>
              <a:spcBef>
                <a:spcPts val="0"/>
              </a:spcBef>
              <a:spcAft>
                <a:spcPts val="0"/>
              </a:spcAft>
              <a:buSzPts val="5200"/>
              <a:buChar char="○"/>
              <a:defRPr sz="5200"/>
            </a:lvl8pPr>
            <a:lvl9pPr lvl="8" algn="ctr">
              <a:lnSpc>
                <a:spcPct val="115000"/>
              </a:lnSpc>
              <a:spcBef>
                <a:spcPts val="0"/>
              </a:spcBef>
              <a:spcAft>
                <a:spcPts val="0"/>
              </a:spcAft>
              <a:buSzPts val="5200"/>
              <a:buChar char="■"/>
              <a:defRPr sz="5200"/>
            </a:lvl9pPr>
          </a:lstStyle>
          <a:p/>
        </p:txBody>
      </p:sp>
      <p:sp>
        <p:nvSpPr>
          <p:cNvPr id="765" name="Google Shape;765;p6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66" name="Shape 766"/>
        <p:cNvGrpSpPr/>
        <p:nvPr/>
      </p:nvGrpSpPr>
      <p:grpSpPr>
        <a:xfrm>
          <a:off x="0" y="0"/>
          <a:ext cx="0" cy="0"/>
          <a:chOff x="0" y="0"/>
          <a:chExt cx="0" cy="0"/>
        </a:xfrm>
      </p:grpSpPr>
      <p:sp>
        <p:nvSpPr>
          <p:cNvPr id="767" name="Google Shape;767;p65"/>
          <p:cNvSpPr txBox="1"/>
          <p:nvPr>
            <p:ph type="title"/>
          </p:nvPr>
        </p:nvSpPr>
        <p:spPr>
          <a:xfrm>
            <a:off x="311700" y="2150850"/>
            <a:ext cx="8520600" cy="841800"/>
          </a:xfrm>
          <a:prstGeom prst="rect">
            <a:avLst/>
          </a:prstGeom>
          <a:noFill/>
          <a:ln>
            <a:noFill/>
          </a:ln>
        </p:spPr>
        <p:txBody>
          <a:bodyPr anchorCtr="0" anchor="ctr" bIns="0" lIns="0" spcFirstLastPara="1" rIns="0" wrap="square" tIns="0">
            <a:spAutoFit/>
          </a:bodyPr>
          <a:lstStyle>
            <a:lvl1pPr lvl="0" algn="ctr">
              <a:lnSpc>
                <a:spcPct val="100000"/>
              </a:lnSpc>
              <a:spcBef>
                <a:spcPts val="0"/>
              </a:spcBef>
              <a:spcAft>
                <a:spcPts val="0"/>
              </a:spcAft>
              <a:buSzPts val="3600"/>
              <a:buChar char="●"/>
              <a:defRPr/>
            </a:lvl1pPr>
            <a:lvl2pPr lvl="1" algn="ctr">
              <a:lnSpc>
                <a:spcPct val="115000"/>
              </a:lnSpc>
              <a:spcBef>
                <a:spcPts val="0"/>
              </a:spcBef>
              <a:spcAft>
                <a:spcPts val="0"/>
              </a:spcAft>
              <a:buSzPts val="3600"/>
              <a:buChar char="○"/>
              <a:defRPr sz="3600"/>
            </a:lvl2pPr>
            <a:lvl3pPr lvl="2" algn="ctr">
              <a:lnSpc>
                <a:spcPct val="115000"/>
              </a:lnSpc>
              <a:spcBef>
                <a:spcPts val="0"/>
              </a:spcBef>
              <a:spcAft>
                <a:spcPts val="0"/>
              </a:spcAft>
              <a:buSzPts val="3600"/>
              <a:buChar char="■"/>
              <a:defRPr sz="3600"/>
            </a:lvl3pPr>
            <a:lvl4pPr lvl="3" algn="ctr">
              <a:lnSpc>
                <a:spcPct val="115000"/>
              </a:lnSpc>
              <a:spcBef>
                <a:spcPts val="0"/>
              </a:spcBef>
              <a:spcAft>
                <a:spcPts val="0"/>
              </a:spcAft>
              <a:buSzPts val="3600"/>
              <a:buChar char="●"/>
              <a:defRPr sz="3600"/>
            </a:lvl4pPr>
            <a:lvl5pPr lvl="4" algn="ctr">
              <a:lnSpc>
                <a:spcPct val="115000"/>
              </a:lnSpc>
              <a:spcBef>
                <a:spcPts val="0"/>
              </a:spcBef>
              <a:spcAft>
                <a:spcPts val="0"/>
              </a:spcAft>
              <a:buSzPts val="3600"/>
              <a:buChar char="○"/>
              <a:defRPr sz="3600"/>
            </a:lvl5pPr>
            <a:lvl6pPr lvl="5" algn="ctr">
              <a:lnSpc>
                <a:spcPct val="115000"/>
              </a:lnSpc>
              <a:spcBef>
                <a:spcPts val="0"/>
              </a:spcBef>
              <a:spcAft>
                <a:spcPts val="0"/>
              </a:spcAft>
              <a:buSzPts val="3600"/>
              <a:buChar char="■"/>
              <a:defRPr sz="3600"/>
            </a:lvl6pPr>
            <a:lvl7pPr lvl="6" algn="ctr">
              <a:lnSpc>
                <a:spcPct val="115000"/>
              </a:lnSpc>
              <a:spcBef>
                <a:spcPts val="0"/>
              </a:spcBef>
              <a:spcAft>
                <a:spcPts val="0"/>
              </a:spcAft>
              <a:buSzPts val="3600"/>
              <a:buChar char="●"/>
              <a:defRPr sz="3600"/>
            </a:lvl7pPr>
            <a:lvl8pPr lvl="7" algn="ctr">
              <a:lnSpc>
                <a:spcPct val="115000"/>
              </a:lnSpc>
              <a:spcBef>
                <a:spcPts val="0"/>
              </a:spcBef>
              <a:spcAft>
                <a:spcPts val="0"/>
              </a:spcAft>
              <a:buSzPts val="3600"/>
              <a:buChar char="○"/>
              <a:defRPr sz="3600"/>
            </a:lvl8pPr>
            <a:lvl9pPr lvl="8" algn="ctr">
              <a:lnSpc>
                <a:spcPct val="115000"/>
              </a:lnSpc>
              <a:spcBef>
                <a:spcPts val="0"/>
              </a:spcBef>
              <a:spcAft>
                <a:spcPts val="0"/>
              </a:spcAft>
              <a:buSzPts val="3600"/>
              <a:buChar char="■"/>
              <a:defRPr sz="36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68" name="Shape 768"/>
        <p:cNvGrpSpPr/>
        <p:nvPr/>
      </p:nvGrpSpPr>
      <p:grpSpPr>
        <a:xfrm>
          <a:off x="0" y="0"/>
          <a:ext cx="0" cy="0"/>
          <a:chOff x="0" y="0"/>
          <a:chExt cx="0" cy="0"/>
        </a:xfrm>
      </p:grpSpPr>
      <p:sp>
        <p:nvSpPr>
          <p:cNvPr id="769" name="Google Shape;769;p66"/>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770" name="Google Shape;770;p66"/>
          <p:cNvSpPr txBox="1"/>
          <p:nvPr>
            <p:ph idx="1" type="body"/>
          </p:nvPr>
        </p:nvSpPr>
        <p:spPr>
          <a:xfrm>
            <a:off x="311700" y="1152475"/>
            <a:ext cx="8520600" cy="34164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71" name="Shape 771"/>
        <p:cNvGrpSpPr/>
        <p:nvPr/>
      </p:nvGrpSpPr>
      <p:grpSpPr>
        <a:xfrm>
          <a:off x="0" y="0"/>
          <a:ext cx="0" cy="0"/>
          <a:chOff x="0" y="0"/>
          <a:chExt cx="0" cy="0"/>
        </a:xfrm>
      </p:grpSpPr>
      <p:sp>
        <p:nvSpPr>
          <p:cNvPr id="772" name="Google Shape;772;p67"/>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773" name="Google Shape;773;p67"/>
          <p:cNvSpPr txBox="1"/>
          <p:nvPr>
            <p:ph idx="1" type="body"/>
          </p:nvPr>
        </p:nvSpPr>
        <p:spPr>
          <a:xfrm>
            <a:off x="311700" y="1152475"/>
            <a:ext cx="3999900" cy="34164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774" name="Google Shape;774;p67"/>
          <p:cNvSpPr txBox="1"/>
          <p:nvPr>
            <p:ph idx="2" type="body"/>
          </p:nvPr>
        </p:nvSpPr>
        <p:spPr>
          <a:xfrm>
            <a:off x="4832400" y="1152475"/>
            <a:ext cx="3999900" cy="3416400"/>
          </a:xfrm>
          <a:prstGeom prst="rect">
            <a:avLst/>
          </a:prstGeom>
          <a:noFill/>
          <a:ln>
            <a:noFill/>
          </a:ln>
        </p:spPr>
        <p:txBody>
          <a:bodyPr anchorCtr="0" anchor="b"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75" name="Shape 775"/>
        <p:cNvGrpSpPr/>
        <p:nvPr/>
      </p:nvGrpSpPr>
      <p:grpSpPr>
        <a:xfrm>
          <a:off x="0" y="0"/>
          <a:ext cx="0" cy="0"/>
          <a:chOff x="0" y="0"/>
          <a:chExt cx="0" cy="0"/>
        </a:xfrm>
      </p:grpSpPr>
      <p:sp>
        <p:nvSpPr>
          <p:cNvPr id="776" name="Google Shape;776;p68"/>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777" name="Shape 777"/>
        <p:cNvGrpSpPr/>
        <p:nvPr/>
      </p:nvGrpSpPr>
      <p:grpSpPr>
        <a:xfrm>
          <a:off x="0" y="0"/>
          <a:ext cx="0" cy="0"/>
          <a:chOff x="0" y="0"/>
          <a:chExt cx="0" cy="0"/>
        </a:xfrm>
      </p:grpSpPr>
      <p:sp>
        <p:nvSpPr>
          <p:cNvPr id="778" name="Google Shape;778;p69"/>
          <p:cNvSpPr txBox="1"/>
          <p:nvPr>
            <p:ph type="title"/>
          </p:nvPr>
        </p:nvSpPr>
        <p:spPr>
          <a:xfrm>
            <a:off x="311700" y="555600"/>
            <a:ext cx="2808000" cy="755700"/>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SzPts val="2400"/>
              <a:buChar char="●"/>
              <a:defRPr sz="2400"/>
            </a:lvl1pPr>
            <a:lvl2pPr lvl="1" algn="l">
              <a:lnSpc>
                <a:spcPct val="115000"/>
              </a:lnSpc>
              <a:spcBef>
                <a:spcPts val="0"/>
              </a:spcBef>
              <a:spcAft>
                <a:spcPts val="0"/>
              </a:spcAft>
              <a:buSzPts val="2400"/>
              <a:buChar char="○"/>
              <a:defRPr sz="2400"/>
            </a:lvl2pPr>
            <a:lvl3pPr lvl="2" algn="l">
              <a:lnSpc>
                <a:spcPct val="115000"/>
              </a:lnSpc>
              <a:spcBef>
                <a:spcPts val="0"/>
              </a:spcBef>
              <a:spcAft>
                <a:spcPts val="0"/>
              </a:spcAft>
              <a:buSzPts val="2400"/>
              <a:buChar char="■"/>
              <a:defRPr sz="2400"/>
            </a:lvl3pPr>
            <a:lvl4pPr lvl="3" algn="l">
              <a:lnSpc>
                <a:spcPct val="115000"/>
              </a:lnSpc>
              <a:spcBef>
                <a:spcPts val="0"/>
              </a:spcBef>
              <a:spcAft>
                <a:spcPts val="0"/>
              </a:spcAft>
              <a:buSzPts val="2400"/>
              <a:buChar char="●"/>
              <a:defRPr sz="2400"/>
            </a:lvl4pPr>
            <a:lvl5pPr lvl="4" algn="l">
              <a:lnSpc>
                <a:spcPct val="115000"/>
              </a:lnSpc>
              <a:spcBef>
                <a:spcPts val="0"/>
              </a:spcBef>
              <a:spcAft>
                <a:spcPts val="0"/>
              </a:spcAft>
              <a:buSzPts val="2400"/>
              <a:buChar char="○"/>
              <a:defRPr sz="2400"/>
            </a:lvl5pPr>
            <a:lvl6pPr lvl="5" algn="l">
              <a:lnSpc>
                <a:spcPct val="115000"/>
              </a:lnSpc>
              <a:spcBef>
                <a:spcPts val="0"/>
              </a:spcBef>
              <a:spcAft>
                <a:spcPts val="0"/>
              </a:spcAft>
              <a:buSzPts val="2400"/>
              <a:buChar char="■"/>
              <a:defRPr sz="2400"/>
            </a:lvl6pPr>
            <a:lvl7pPr lvl="6" algn="l">
              <a:lnSpc>
                <a:spcPct val="115000"/>
              </a:lnSpc>
              <a:spcBef>
                <a:spcPts val="0"/>
              </a:spcBef>
              <a:spcAft>
                <a:spcPts val="0"/>
              </a:spcAft>
              <a:buSzPts val="2400"/>
              <a:buChar char="●"/>
              <a:defRPr sz="2400"/>
            </a:lvl7pPr>
            <a:lvl8pPr lvl="7" algn="l">
              <a:lnSpc>
                <a:spcPct val="115000"/>
              </a:lnSpc>
              <a:spcBef>
                <a:spcPts val="0"/>
              </a:spcBef>
              <a:spcAft>
                <a:spcPts val="0"/>
              </a:spcAft>
              <a:buSzPts val="2400"/>
              <a:buChar char="○"/>
              <a:defRPr sz="2400"/>
            </a:lvl8pPr>
            <a:lvl9pPr lvl="8" algn="l">
              <a:lnSpc>
                <a:spcPct val="115000"/>
              </a:lnSpc>
              <a:spcBef>
                <a:spcPts val="0"/>
              </a:spcBef>
              <a:spcAft>
                <a:spcPts val="0"/>
              </a:spcAft>
              <a:buSzPts val="2400"/>
              <a:buChar char="■"/>
              <a:defRPr sz="2400"/>
            </a:lvl9pPr>
          </a:lstStyle>
          <a:p/>
        </p:txBody>
      </p:sp>
      <p:sp>
        <p:nvSpPr>
          <p:cNvPr id="779" name="Google Shape;779;p69"/>
          <p:cNvSpPr txBox="1"/>
          <p:nvPr>
            <p:ph idx="1" type="body"/>
          </p:nvPr>
        </p:nvSpPr>
        <p:spPr>
          <a:xfrm>
            <a:off x="311700" y="1389600"/>
            <a:ext cx="2808000" cy="31794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780" name="Shape 780"/>
        <p:cNvGrpSpPr/>
        <p:nvPr/>
      </p:nvGrpSpPr>
      <p:grpSpPr>
        <a:xfrm>
          <a:off x="0" y="0"/>
          <a:ext cx="0" cy="0"/>
          <a:chOff x="0" y="0"/>
          <a:chExt cx="0" cy="0"/>
        </a:xfrm>
      </p:grpSpPr>
      <p:sp>
        <p:nvSpPr>
          <p:cNvPr id="781" name="Google Shape;781;p70"/>
          <p:cNvSpPr txBox="1"/>
          <p:nvPr>
            <p:ph type="title"/>
          </p:nvPr>
        </p:nvSpPr>
        <p:spPr>
          <a:xfrm>
            <a:off x="490250" y="450150"/>
            <a:ext cx="6367800" cy="40908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4800"/>
              <a:buChar char="●"/>
              <a:defRPr sz="4800"/>
            </a:lvl1pPr>
            <a:lvl2pPr lvl="1" algn="l">
              <a:lnSpc>
                <a:spcPct val="115000"/>
              </a:lnSpc>
              <a:spcBef>
                <a:spcPts val="0"/>
              </a:spcBef>
              <a:spcAft>
                <a:spcPts val="0"/>
              </a:spcAft>
              <a:buSzPts val="4800"/>
              <a:buChar char="○"/>
              <a:defRPr sz="4800"/>
            </a:lvl2pPr>
            <a:lvl3pPr lvl="2" algn="l">
              <a:lnSpc>
                <a:spcPct val="115000"/>
              </a:lnSpc>
              <a:spcBef>
                <a:spcPts val="0"/>
              </a:spcBef>
              <a:spcAft>
                <a:spcPts val="0"/>
              </a:spcAft>
              <a:buSzPts val="4800"/>
              <a:buChar char="■"/>
              <a:defRPr sz="4800"/>
            </a:lvl3pPr>
            <a:lvl4pPr lvl="3" algn="l">
              <a:lnSpc>
                <a:spcPct val="115000"/>
              </a:lnSpc>
              <a:spcBef>
                <a:spcPts val="0"/>
              </a:spcBef>
              <a:spcAft>
                <a:spcPts val="0"/>
              </a:spcAft>
              <a:buSzPts val="4800"/>
              <a:buChar char="●"/>
              <a:defRPr sz="4800"/>
            </a:lvl4pPr>
            <a:lvl5pPr lvl="4" algn="l">
              <a:lnSpc>
                <a:spcPct val="115000"/>
              </a:lnSpc>
              <a:spcBef>
                <a:spcPts val="0"/>
              </a:spcBef>
              <a:spcAft>
                <a:spcPts val="0"/>
              </a:spcAft>
              <a:buSzPts val="4800"/>
              <a:buChar char="○"/>
              <a:defRPr sz="4800"/>
            </a:lvl5pPr>
            <a:lvl6pPr lvl="5" algn="l">
              <a:lnSpc>
                <a:spcPct val="115000"/>
              </a:lnSpc>
              <a:spcBef>
                <a:spcPts val="0"/>
              </a:spcBef>
              <a:spcAft>
                <a:spcPts val="0"/>
              </a:spcAft>
              <a:buSzPts val="4800"/>
              <a:buChar char="■"/>
              <a:defRPr sz="4800"/>
            </a:lvl6pPr>
            <a:lvl7pPr lvl="6" algn="l">
              <a:lnSpc>
                <a:spcPct val="115000"/>
              </a:lnSpc>
              <a:spcBef>
                <a:spcPts val="0"/>
              </a:spcBef>
              <a:spcAft>
                <a:spcPts val="0"/>
              </a:spcAft>
              <a:buSzPts val="4800"/>
              <a:buChar char="●"/>
              <a:defRPr sz="4800"/>
            </a:lvl7pPr>
            <a:lvl8pPr lvl="7" algn="l">
              <a:lnSpc>
                <a:spcPct val="115000"/>
              </a:lnSpc>
              <a:spcBef>
                <a:spcPts val="0"/>
              </a:spcBef>
              <a:spcAft>
                <a:spcPts val="0"/>
              </a:spcAft>
              <a:buSzPts val="4800"/>
              <a:buChar char="○"/>
              <a:defRPr sz="4800"/>
            </a:lvl8pPr>
            <a:lvl9pPr lvl="8" algn="l">
              <a:lnSpc>
                <a:spcPct val="115000"/>
              </a:lnSpc>
              <a:spcBef>
                <a:spcPts val="0"/>
              </a:spcBef>
              <a:spcAft>
                <a:spcPts val="0"/>
              </a:spcAft>
              <a:buSzPts val="4800"/>
              <a:buChar char="■"/>
              <a:defRPr sz="48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782" name="Shape 782"/>
        <p:cNvGrpSpPr/>
        <p:nvPr/>
      </p:nvGrpSpPr>
      <p:grpSpPr>
        <a:xfrm>
          <a:off x="0" y="0"/>
          <a:ext cx="0" cy="0"/>
          <a:chOff x="0" y="0"/>
          <a:chExt cx="0" cy="0"/>
        </a:xfrm>
      </p:grpSpPr>
      <p:sp>
        <p:nvSpPr>
          <p:cNvPr id="783" name="Google Shape;783;p71"/>
          <p:cNvSpPr txBox="1"/>
          <p:nvPr>
            <p:ph type="title"/>
          </p:nvPr>
        </p:nvSpPr>
        <p:spPr>
          <a:xfrm>
            <a:off x="265500" y="1233175"/>
            <a:ext cx="4045200" cy="14823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4200"/>
              <a:buChar char="●"/>
              <a:defRPr sz="4200"/>
            </a:lvl1pPr>
            <a:lvl2pPr lvl="1" algn="ctr">
              <a:lnSpc>
                <a:spcPct val="115000"/>
              </a:lnSpc>
              <a:spcBef>
                <a:spcPts val="0"/>
              </a:spcBef>
              <a:spcAft>
                <a:spcPts val="0"/>
              </a:spcAft>
              <a:buSzPts val="4200"/>
              <a:buChar char="○"/>
              <a:defRPr sz="4200"/>
            </a:lvl2pPr>
            <a:lvl3pPr lvl="2" algn="ctr">
              <a:lnSpc>
                <a:spcPct val="115000"/>
              </a:lnSpc>
              <a:spcBef>
                <a:spcPts val="0"/>
              </a:spcBef>
              <a:spcAft>
                <a:spcPts val="0"/>
              </a:spcAft>
              <a:buSzPts val="4200"/>
              <a:buChar char="■"/>
              <a:defRPr sz="4200"/>
            </a:lvl3pPr>
            <a:lvl4pPr lvl="3" algn="ctr">
              <a:lnSpc>
                <a:spcPct val="115000"/>
              </a:lnSpc>
              <a:spcBef>
                <a:spcPts val="0"/>
              </a:spcBef>
              <a:spcAft>
                <a:spcPts val="0"/>
              </a:spcAft>
              <a:buSzPts val="4200"/>
              <a:buChar char="●"/>
              <a:defRPr sz="4200"/>
            </a:lvl4pPr>
            <a:lvl5pPr lvl="4" algn="ctr">
              <a:lnSpc>
                <a:spcPct val="115000"/>
              </a:lnSpc>
              <a:spcBef>
                <a:spcPts val="0"/>
              </a:spcBef>
              <a:spcAft>
                <a:spcPts val="0"/>
              </a:spcAft>
              <a:buSzPts val="4200"/>
              <a:buChar char="○"/>
              <a:defRPr sz="4200"/>
            </a:lvl5pPr>
            <a:lvl6pPr lvl="5" algn="ctr">
              <a:lnSpc>
                <a:spcPct val="115000"/>
              </a:lnSpc>
              <a:spcBef>
                <a:spcPts val="0"/>
              </a:spcBef>
              <a:spcAft>
                <a:spcPts val="0"/>
              </a:spcAft>
              <a:buSzPts val="4200"/>
              <a:buChar char="■"/>
              <a:defRPr sz="4200"/>
            </a:lvl6pPr>
            <a:lvl7pPr lvl="6" algn="ctr">
              <a:lnSpc>
                <a:spcPct val="115000"/>
              </a:lnSpc>
              <a:spcBef>
                <a:spcPts val="0"/>
              </a:spcBef>
              <a:spcAft>
                <a:spcPts val="0"/>
              </a:spcAft>
              <a:buSzPts val="4200"/>
              <a:buChar char="●"/>
              <a:defRPr sz="4200"/>
            </a:lvl7pPr>
            <a:lvl8pPr lvl="7" algn="ctr">
              <a:lnSpc>
                <a:spcPct val="115000"/>
              </a:lnSpc>
              <a:spcBef>
                <a:spcPts val="0"/>
              </a:spcBef>
              <a:spcAft>
                <a:spcPts val="0"/>
              </a:spcAft>
              <a:buSzPts val="4200"/>
              <a:buChar char="○"/>
              <a:defRPr sz="4200"/>
            </a:lvl8pPr>
            <a:lvl9pPr lvl="8" algn="ctr">
              <a:lnSpc>
                <a:spcPct val="115000"/>
              </a:lnSpc>
              <a:spcBef>
                <a:spcPts val="0"/>
              </a:spcBef>
              <a:spcAft>
                <a:spcPts val="0"/>
              </a:spcAft>
              <a:buSzPts val="4200"/>
              <a:buChar char="■"/>
              <a:defRPr sz="4200"/>
            </a:lvl9pPr>
          </a:lstStyle>
          <a:p/>
        </p:txBody>
      </p:sp>
      <p:sp>
        <p:nvSpPr>
          <p:cNvPr id="784" name="Google Shape;784;p7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85" name="Google Shape;785;p7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786" name="Shape 786"/>
        <p:cNvGrpSpPr/>
        <p:nvPr/>
      </p:nvGrpSpPr>
      <p:grpSpPr>
        <a:xfrm>
          <a:off x="0" y="0"/>
          <a:ext cx="0" cy="0"/>
          <a:chOff x="0" y="0"/>
          <a:chExt cx="0" cy="0"/>
        </a:xfrm>
      </p:grpSpPr>
      <p:sp>
        <p:nvSpPr>
          <p:cNvPr id="787" name="Google Shape;787;p7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000"/>
              <a:buNone/>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788" name="Shape 788"/>
        <p:cNvGrpSpPr/>
        <p:nvPr/>
      </p:nvGrpSpPr>
      <p:grpSpPr>
        <a:xfrm>
          <a:off x="0" y="0"/>
          <a:ext cx="0" cy="0"/>
          <a:chOff x="0" y="0"/>
          <a:chExt cx="0" cy="0"/>
        </a:xfrm>
      </p:grpSpPr>
      <p:sp>
        <p:nvSpPr>
          <p:cNvPr id="789" name="Google Shape;789;p73"/>
          <p:cNvSpPr txBox="1"/>
          <p:nvPr>
            <p:ph type="title"/>
          </p:nvPr>
        </p:nvSpPr>
        <p:spPr>
          <a:xfrm>
            <a:off x="311700" y="1106125"/>
            <a:ext cx="8520600" cy="19635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12000"/>
              <a:buChar char="●"/>
              <a:defRPr sz="12000"/>
            </a:lvl1pPr>
            <a:lvl2pPr lvl="1" algn="ctr">
              <a:lnSpc>
                <a:spcPct val="115000"/>
              </a:lnSpc>
              <a:spcBef>
                <a:spcPts val="0"/>
              </a:spcBef>
              <a:spcAft>
                <a:spcPts val="0"/>
              </a:spcAft>
              <a:buSzPts val="12000"/>
              <a:buChar char="○"/>
              <a:defRPr sz="12000"/>
            </a:lvl2pPr>
            <a:lvl3pPr lvl="2" algn="ctr">
              <a:lnSpc>
                <a:spcPct val="115000"/>
              </a:lnSpc>
              <a:spcBef>
                <a:spcPts val="0"/>
              </a:spcBef>
              <a:spcAft>
                <a:spcPts val="0"/>
              </a:spcAft>
              <a:buSzPts val="12000"/>
              <a:buChar char="■"/>
              <a:defRPr sz="12000"/>
            </a:lvl3pPr>
            <a:lvl4pPr lvl="3" algn="ctr">
              <a:lnSpc>
                <a:spcPct val="115000"/>
              </a:lnSpc>
              <a:spcBef>
                <a:spcPts val="0"/>
              </a:spcBef>
              <a:spcAft>
                <a:spcPts val="0"/>
              </a:spcAft>
              <a:buSzPts val="12000"/>
              <a:buChar char="●"/>
              <a:defRPr sz="12000"/>
            </a:lvl4pPr>
            <a:lvl5pPr lvl="4" algn="ctr">
              <a:lnSpc>
                <a:spcPct val="115000"/>
              </a:lnSpc>
              <a:spcBef>
                <a:spcPts val="0"/>
              </a:spcBef>
              <a:spcAft>
                <a:spcPts val="0"/>
              </a:spcAft>
              <a:buSzPts val="12000"/>
              <a:buChar char="○"/>
              <a:defRPr sz="12000"/>
            </a:lvl5pPr>
            <a:lvl6pPr lvl="5" algn="ctr">
              <a:lnSpc>
                <a:spcPct val="115000"/>
              </a:lnSpc>
              <a:spcBef>
                <a:spcPts val="0"/>
              </a:spcBef>
              <a:spcAft>
                <a:spcPts val="0"/>
              </a:spcAft>
              <a:buSzPts val="12000"/>
              <a:buChar char="■"/>
              <a:defRPr sz="12000"/>
            </a:lvl6pPr>
            <a:lvl7pPr lvl="6" algn="ctr">
              <a:lnSpc>
                <a:spcPct val="115000"/>
              </a:lnSpc>
              <a:spcBef>
                <a:spcPts val="0"/>
              </a:spcBef>
              <a:spcAft>
                <a:spcPts val="0"/>
              </a:spcAft>
              <a:buSzPts val="12000"/>
              <a:buChar char="●"/>
              <a:defRPr sz="12000"/>
            </a:lvl7pPr>
            <a:lvl8pPr lvl="7" algn="ctr">
              <a:lnSpc>
                <a:spcPct val="115000"/>
              </a:lnSpc>
              <a:spcBef>
                <a:spcPts val="0"/>
              </a:spcBef>
              <a:spcAft>
                <a:spcPts val="0"/>
              </a:spcAft>
              <a:buSzPts val="12000"/>
              <a:buChar char="○"/>
              <a:defRPr sz="12000"/>
            </a:lvl8pPr>
            <a:lvl9pPr lvl="8" algn="ctr">
              <a:lnSpc>
                <a:spcPct val="115000"/>
              </a:lnSpc>
              <a:spcBef>
                <a:spcPts val="0"/>
              </a:spcBef>
              <a:spcAft>
                <a:spcPts val="0"/>
              </a:spcAft>
              <a:buSzPts val="12000"/>
              <a:buChar char="■"/>
              <a:defRPr sz="12000"/>
            </a:lvl9pPr>
          </a:lstStyle>
          <a:p/>
        </p:txBody>
      </p:sp>
      <p:sp>
        <p:nvSpPr>
          <p:cNvPr id="790" name="Google Shape;790;p73"/>
          <p:cNvSpPr txBox="1"/>
          <p:nvPr>
            <p:ph idx="1" type="body"/>
          </p:nvPr>
        </p:nvSpPr>
        <p:spPr>
          <a:xfrm>
            <a:off x="311700" y="3152225"/>
            <a:ext cx="8520600" cy="1300800"/>
          </a:xfrm>
          <a:prstGeom prst="rect">
            <a:avLst/>
          </a:prstGeom>
          <a:noFill/>
          <a:ln>
            <a:noFill/>
          </a:ln>
        </p:spPr>
        <p:txBody>
          <a:bodyPr anchorCtr="0" anchor="b" bIns="91425" lIns="91425" spcFirstLastPara="1" rIns="91425" wrap="square" tIns="91425">
            <a:noAutofit/>
          </a:bodyPr>
          <a:lstStyle>
            <a:lvl1pPr indent="-292100" lvl="0" marL="457200" algn="ctr">
              <a:lnSpc>
                <a:spcPct val="100000"/>
              </a:lnSpc>
              <a:spcBef>
                <a:spcPts val="0"/>
              </a:spcBef>
              <a:spcAft>
                <a:spcPts val="0"/>
              </a:spcAft>
              <a:buSzPts val="1000"/>
              <a:buChar char="●"/>
              <a:defRPr/>
            </a:lvl1pPr>
            <a:lvl2pPr indent="-292100" lvl="1" marL="914400" algn="ctr">
              <a:lnSpc>
                <a:spcPct val="100000"/>
              </a:lnSpc>
              <a:spcBef>
                <a:spcPts val="0"/>
              </a:spcBef>
              <a:spcAft>
                <a:spcPts val="0"/>
              </a:spcAft>
              <a:buSzPts val="1000"/>
              <a:buChar char="○"/>
              <a:defRPr/>
            </a:lvl2pPr>
            <a:lvl3pPr indent="-292100" lvl="2" marL="1371600" algn="ctr">
              <a:lnSpc>
                <a:spcPct val="100000"/>
              </a:lnSpc>
              <a:spcBef>
                <a:spcPts val="0"/>
              </a:spcBef>
              <a:spcAft>
                <a:spcPts val="0"/>
              </a:spcAft>
              <a:buSzPts val="1000"/>
              <a:buChar char="■"/>
              <a:defRPr/>
            </a:lvl3pPr>
            <a:lvl4pPr indent="-292100" lvl="3" marL="1828800" algn="ctr">
              <a:lnSpc>
                <a:spcPct val="100000"/>
              </a:lnSpc>
              <a:spcBef>
                <a:spcPts val="0"/>
              </a:spcBef>
              <a:spcAft>
                <a:spcPts val="0"/>
              </a:spcAft>
              <a:buSzPts val="1000"/>
              <a:buChar char="●"/>
              <a:defRPr/>
            </a:lvl4pPr>
            <a:lvl5pPr indent="-292100" lvl="4" marL="2286000" algn="ctr">
              <a:lnSpc>
                <a:spcPct val="100000"/>
              </a:lnSpc>
              <a:spcBef>
                <a:spcPts val="0"/>
              </a:spcBef>
              <a:spcAft>
                <a:spcPts val="0"/>
              </a:spcAft>
              <a:buSzPts val="1000"/>
              <a:buChar char="○"/>
              <a:defRPr/>
            </a:lvl5pPr>
            <a:lvl6pPr indent="-292100" lvl="5" marL="2743200" algn="ctr">
              <a:lnSpc>
                <a:spcPct val="100000"/>
              </a:lnSpc>
              <a:spcBef>
                <a:spcPts val="0"/>
              </a:spcBef>
              <a:spcAft>
                <a:spcPts val="0"/>
              </a:spcAft>
              <a:buSzPts val="1000"/>
              <a:buChar char="■"/>
              <a:defRPr/>
            </a:lvl6pPr>
            <a:lvl7pPr indent="-292100" lvl="6" marL="3200400" algn="ctr">
              <a:lnSpc>
                <a:spcPct val="100000"/>
              </a:lnSpc>
              <a:spcBef>
                <a:spcPts val="0"/>
              </a:spcBef>
              <a:spcAft>
                <a:spcPts val="0"/>
              </a:spcAft>
              <a:buSzPts val="1000"/>
              <a:buChar char="●"/>
              <a:defRPr/>
            </a:lvl7pPr>
            <a:lvl8pPr indent="-292100" lvl="7" marL="3657600" algn="ctr">
              <a:lnSpc>
                <a:spcPct val="100000"/>
              </a:lnSpc>
              <a:spcBef>
                <a:spcPts val="0"/>
              </a:spcBef>
              <a:spcAft>
                <a:spcPts val="0"/>
              </a:spcAft>
              <a:buSzPts val="1000"/>
              <a:buChar char="○"/>
              <a:defRPr/>
            </a:lvl8pPr>
            <a:lvl9pPr indent="-292100" lvl="8" marL="4114800" algn="ctr">
              <a:lnSpc>
                <a:spcPct val="100000"/>
              </a:lnSpc>
              <a:spcBef>
                <a:spcPts val="0"/>
              </a:spcBef>
              <a:spcAft>
                <a:spcPts val="0"/>
              </a:spcAft>
              <a:buSzPts val="10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791" name="Shape 791"/>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792" name="Shape 792"/>
        <p:cNvGrpSpPr/>
        <p:nvPr/>
      </p:nvGrpSpPr>
      <p:grpSpPr>
        <a:xfrm>
          <a:off x="0" y="0"/>
          <a:ext cx="0" cy="0"/>
          <a:chOff x="0" y="0"/>
          <a:chExt cx="0" cy="0"/>
        </a:xfrm>
      </p:grpSpPr>
      <p:sp>
        <p:nvSpPr>
          <p:cNvPr id="793" name="Google Shape;793;p75"/>
          <p:cNvSpPr txBox="1"/>
          <p:nvPr>
            <p:ph type="title"/>
          </p:nvPr>
        </p:nvSpPr>
        <p:spPr>
          <a:xfrm>
            <a:off x="677325" y="1832775"/>
            <a:ext cx="3217200" cy="1484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794" name="Google Shape;794;p75"/>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95" name="Google Shape;795;p75"/>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96" name="Google Shape;796;p75"/>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97" name="Google Shape;797;p75"/>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98" name="Google Shape;798;p75"/>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99" name="Google Shape;799;p75"/>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00" name="Shape 800"/>
        <p:cNvGrpSpPr/>
        <p:nvPr/>
      </p:nvGrpSpPr>
      <p:grpSpPr>
        <a:xfrm>
          <a:off x="0" y="0"/>
          <a:ext cx="0" cy="0"/>
          <a:chOff x="0" y="0"/>
          <a:chExt cx="0" cy="0"/>
        </a:xfrm>
      </p:grpSpPr>
      <p:sp>
        <p:nvSpPr>
          <p:cNvPr id="801" name="Google Shape;801;p76"/>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802" name="Google Shape;802;p76"/>
          <p:cNvSpPr txBox="1"/>
          <p:nvPr>
            <p:ph idx="1" type="body"/>
          </p:nvPr>
        </p:nvSpPr>
        <p:spPr>
          <a:xfrm>
            <a:off x="311700" y="1152475"/>
            <a:ext cx="4473900" cy="34164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03" name="Google Shape;803;p7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04" name="Shape 804"/>
        <p:cNvGrpSpPr/>
        <p:nvPr/>
      </p:nvGrpSpPr>
      <p:grpSpPr>
        <a:xfrm>
          <a:off x="0" y="0"/>
          <a:ext cx="0" cy="0"/>
          <a:chOff x="0" y="0"/>
          <a:chExt cx="0" cy="0"/>
        </a:xfrm>
      </p:grpSpPr>
      <p:sp>
        <p:nvSpPr>
          <p:cNvPr id="805" name="Google Shape;805;p77"/>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806" name="Google Shape;806;p77"/>
          <p:cNvSpPr txBox="1"/>
          <p:nvPr>
            <p:ph idx="1" type="body"/>
          </p:nvPr>
        </p:nvSpPr>
        <p:spPr>
          <a:xfrm>
            <a:off x="483150" y="2237788"/>
            <a:ext cx="3619800" cy="23736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07" name="Google Shape;807;p77"/>
          <p:cNvSpPr txBox="1"/>
          <p:nvPr>
            <p:ph idx="2" type="body"/>
          </p:nvPr>
        </p:nvSpPr>
        <p:spPr>
          <a:xfrm>
            <a:off x="5048000" y="2237788"/>
            <a:ext cx="36198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08" name="Google Shape;808;p77"/>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09" name="Google Shape;809;p77"/>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10" name="Shape 810"/>
        <p:cNvGrpSpPr/>
        <p:nvPr/>
      </p:nvGrpSpPr>
      <p:grpSpPr>
        <a:xfrm>
          <a:off x="0" y="0"/>
          <a:ext cx="0" cy="0"/>
          <a:chOff x="0" y="0"/>
          <a:chExt cx="0" cy="0"/>
        </a:xfrm>
      </p:grpSpPr>
      <p:sp>
        <p:nvSpPr>
          <p:cNvPr id="811" name="Google Shape;811;p78"/>
          <p:cNvSpPr txBox="1"/>
          <p:nvPr>
            <p:ph idx="1" type="body"/>
          </p:nvPr>
        </p:nvSpPr>
        <p:spPr>
          <a:xfrm>
            <a:off x="483175" y="2417500"/>
            <a:ext cx="2455500" cy="23736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12" name="Google Shape;812;p78"/>
          <p:cNvSpPr txBox="1"/>
          <p:nvPr>
            <p:ph idx="2" type="body"/>
          </p:nvPr>
        </p:nvSpPr>
        <p:spPr>
          <a:xfrm>
            <a:off x="3347725" y="2417500"/>
            <a:ext cx="24555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13" name="Google Shape;813;p78"/>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814" name="Google Shape;814;p78"/>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15" name="Google Shape;815;p78"/>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16" name="Google Shape;816;p78"/>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17" name="Google Shape;817;p78"/>
          <p:cNvSpPr txBox="1"/>
          <p:nvPr>
            <p:ph idx="6" type="body"/>
          </p:nvPr>
        </p:nvSpPr>
        <p:spPr>
          <a:xfrm>
            <a:off x="6212275" y="2417500"/>
            <a:ext cx="24555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18" name="Shape 818"/>
        <p:cNvGrpSpPr/>
        <p:nvPr/>
      </p:nvGrpSpPr>
      <p:grpSpPr>
        <a:xfrm>
          <a:off x="0" y="0"/>
          <a:ext cx="0" cy="0"/>
          <a:chOff x="0" y="0"/>
          <a:chExt cx="0" cy="0"/>
        </a:xfrm>
      </p:grpSpPr>
      <p:sp>
        <p:nvSpPr>
          <p:cNvPr id="819" name="Google Shape;819;p79"/>
          <p:cNvSpPr txBox="1"/>
          <p:nvPr>
            <p:ph idx="1" type="body"/>
          </p:nvPr>
        </p:nvSpPr>
        <p:spPr>
          <a:xfrm>
            <a:off x="366725" y="1759093"/>
            <a:ext cx="3838500" cy="1138500"/>
          </a:xfrm>
          <a:prstGeom prst="rect">
            <a:avLst/>
          </a:prstGeom>
          <a:noFill/>
          <a:ln>
            <a:noFill/>
          </a:ln>
        </p:spPr>
        <p:txBody>
          <a:bodyPr anchorCtr="0" anchor="b"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20" name="Google Shape;820;p79"/>
          <p:cNvSpPr txBox="1"/>
          <p:nvPr>
            <p:ph idx="2" type="body"/>
          </p:nvPr>
        </p:nvSpPr>
        <p:spPr>
          <a:xfrm>
            <a:off x="4938725" y="1759093"/>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21" name="Google Shape;821;p79"/>
          <p:cNvSpPr txBox="1"/>
          <p:nvPr>
            <p:ph idx="3" type="body"/>
          </p:nvPr>
        </p:nvSpPr>
        <p:spPr>
          <a:xfrm>
            <a:off x="366750" y="3648575"/>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22" name="Google Shape;822;p79"/>
          <p:cNvSpPr txBox="1"/>
          <p:nvPr>
            <p:ph idx="4" type="body"/>
          </p:nvPr>
        </p:nvSpPr>
        <p:spPr>
          <a:xfrm>
            <a:off x="4938750" y="3648575"/>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823" name="Google Shape;823;p79"/>
          <p:cNvSpPr txBox="1"/>
          <p:nvPr>
            <p:ph type="title"/>
          </p:nvPr>
        </p:nvSpPr>
        <p:spPr>
          <a:xfrm>
            <a:off x="366750"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824" name="Google Shape;824;p79"/>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25" name="Google Shape;825;p79"/>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26" name="Google Shape;826;p79"/>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27" name="Google Shape;827;p79"/>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28" name="Shape 828"/>
        <p:cNvGrpSpPr/>
        <p:nvPr/>
      </p:nvGrpSpPr>
      <p:grpSpPr>
        <a:xfrm>
          <a:off x="0" y="0"/>
          <a:ext cx="0" cy="0"/>
          <a:chOff x="0" y="0"/>
          <a:chExt cx="0" cy="0"/>
        </a:xfrm>
      </p:grpSpPr>
      <p:sp>
        <p:nvSpPr>
          <p:cNvPr id="829" name="Google Shape;829;p80"/>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830" name="Google Shape;830;p8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31" name="Shape 831"/>
        <p:cNvGrpSpPr/>
        <p:nvPr/>
      </p:nvGrpSpPr>
      <p:grpSpPr>
        <a:xfrm>
          <a:off x="0" y="0"/>
          <a:ext cx="0" cy="0"/>
          <a:chOff x="0" y="0"/>
          <a:chExt cx="0" cy="0"/>
        </a:xfrm>
      </p:grpSpPr>
      <p:sp>
        <p:nvSpPr>
          <p:cNvPr id="832" name="Google Shape;832;p81"/>
          <p:cNvSpPr txBox="1"/>
          <p:nvPr>
            <p:ph idx="1" type="body"/>
          </p:nvPr>
        </p:nvSpPr>
        <p:spPr>
          <a:xfrm>
            <a:off x="311700" y="4080225"/>
            <a:ext cx="4027500" cy="926100"/>
          </a:xfrm>
          <a:prstGeom prst="rect">
            <a:avLst/>
          </a:prstGeom>
          <a:noFill/>
          <a:ln>
            <a:noFill/>
          </a:ln>
        </p:spPr>
        <p:txBody>
          <a:bodyPr anchorCtr="0" anchor="b"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33" name="Google Shape;833;p81"/>
          <p:cNvSpPr/>
          <p:nvPr>
            <p:ph idx="2" type="pic"/>
          </p:nvPr>
        </p:nvSpPr>
        <p:spPr>
          <a:xfrm>
            <a:off x="4804825" y="1133300"/>
            <a:ext cx="4027500" cy="2392800"/>
          </a:xfrm>
          <a:prstGeom prst="rect">
            <a:avLst/>
          </a:prstGeom>
          <a:noFill/>
          <a:ln>
            <a:noFill/>
          </a:ln>
        </p:spPr>
      </p:sp>
      <p:sp>
        <p:nvSpPr>
          <p:cNvPr id="834" name="Google Shape;834;p81"/>
          <p:cNvSpPr/>
          <p:nvPr>
            <p:ph idx="3" type="pic"/>
          </p:nvPr>
        </p:nvSpPr>
        <p:spPr>
          <a:xfrm>
            <a:off x="311725" y="1133300"/>
            <a:ext cx="4027500" cy="2392800"/>
          </a:xfrm>
          <a:prstGeom prst="rect">
            <a:avLst/>
          </a:prstGeom>
          <a:noFill/>
          <a:ln>
            <a:noFill/>
          </a:ln>
        </p:spPr>
      </p:sp>
      <p:sp>
        <p:nvSpPr>
          <p:cNvPr id="835" name="Google Shape;835;p81"/>
          <p:cNvSpPr txBox="1"/>
          <p:nvPr>
            <p:ph idx="4" type="body"/>
          </p:nvPr>
        </p:nvSpPr>
        <p:spPr>
          <a:xfrm>
            <a:off x="4804825" y="4080225"/>
            <a:ext cx="4027500" cy="9261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36" name="Google Shape;836;p81"/>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837" name="Google Shape;837;p81"/>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838" name="Google Shape;838;p81"/>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39" name="Shape 839"/>
        <p:cNvGrpSpPr/>
        <p:nvPr/>
      </p:nvGrpSpPr>
      <p:grpSpPr>
        <a:xfrm>
          <a:off x="0" y="0"/>
          <a:ext cx="0" cy="0"/>
          <a:chOff x="0" y="0"/>
          <a:chExt cx="0" cy="0"/>
        </a:xfrm>
      </p:grpSpPr>
      <p:sp>
        <p:nvSpPr>
          <p:cNvPr id="840" name="Google Shape;840;p82"/>
          <p:cNvSpPr txBox="1"/>
          <p:nvPr>
            <p:ph idx="1" type="body"/>
          </p:nvPr>
        </p:nvSpPr>
        <p:spPr>
          <a:xfrm>
            <a:off x="311700" y="3911700"/>
            <a:ext cx="2627100" cy="1018500"/>
          </a:xfrm>
          <a:prstGeom prst="rect">
            <a:avLst/>
          </a:prstGeom>
          <a:noFill/>
          <a:ln>
            <a:noFill/>
          </a:ln>
        </p:spPr>
        <p:txBody>
          <a:bodyPr anchorCtr="0" anchor="b"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41" name="Google Shape;841;p82"/>
          <p:cNvSpPr/>
          <p:nvPr>
            <p:ph idx="2" type="pic"/>
          </p:nvPr>
        </p:nvSpPr>
        <p:spPr>
          <a:xfrm>
            <a:off x="6205225" y="1128325"/>
            <a:ext cx="2627100" cy="2273100"/>
          </a:xfrm>
          <a:prstGeom prst="rect">
            <a:avLst/>
          </a:prstGeom>
          <a:noFill/>
          <a:ln>
            <a:noFill/>
          </a:ln>
        </p:spPr>
      </p:sp>
      <p:sp>
        <p:nvSpPr>
          <p:cNvPr id="842" name="Google Shape;842;p82"/>
          <p:cNvSpPr/>
          <p:nvPr>
            <p:ph idx="3" type="pic"/>
          </p:nvPr>
        </p:nvSpPr>
        <p:spPr>
          <a:xfrm>
            <a:off x="311725" y="1128325"/>
            <a:ext cx="2627100" cy="2273100"/>
          </a:xfrm>
          <a:prstGeom prst="rect">
            <a:avLst/>
          </a:prstGeom>
          <a:noFill/>
          <a:ln>
            <a:noFill/>
          </a:ln>
        </p:spPr>
      </p:sp>
      <p:sp>
        <p:nvSpPr>
          <p:cNvPr id="843" name="Google Shape;843;p82"/>
          <p:cNvSpPr txBox="1"/>
          <p:nvPr>
            <p:ph idx="4" type="body"/>
          </p:nvPr>
        </p:nvSpPr>
        <p:spPr>
          <a:xfrm>
            <a:off x="6205225" y="3911700"/>
            <a:ext cx="2627100" cy="10185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44" name="Google Shape;844;p82"/>
          <p:cNvSpPr/>
          <p:nvPr>
            <p:ph idx="5" type="pic"/>
          </p:nvPr>
        </p:nvSpPr>
        <p:spPr>
          <a:xfrm>
            <a:off x="3255250" y="1128325"/>
            <a:ext cx="2627100" cy="2273100"/>
          </a:xfrm>
          <a:prstGeom prst="rect">
            <a:avLst/>
          </a:prstGeom>
          <a:noFill/>
          <a:ln>
            <a:noFill/>
          </a:ln>
        </p:spPr>
      </p:sp>
      <p:sp>
        <p:nvSpPr>
          <p:cNvPr id="845" name="Google Shape;845;p82"/>
          <p:cNvSpPr txBox="1"/>
          <p:nvPr>
            <p:ph idx="6" type="body"/>
          </p:nvPr>
        </p:nvSpPr>
        <p:spPr>
          <a:xfrm>
            <a:off x="3255250" y="3911700"/>
            <a:ext cx="2627100" cy="10185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846" name="Google Shape;846;p82"/>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847" name="Google Shape;847;p82"/>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848" name="Google Shape;848;p82"/>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849" name="Google Shape;849;p82"/>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50" name="Shape 850"/>
        <p:cNvGrpSpPr/>
        <p:nvPr/>
      </p:nvGrpSpPr>
      <p:grpSpPr>
        <a:xfrm>
          <a:off x="0" y="0"/>
          <a:ext cx="0" cy="0"/>
          <a:chOff x="0" y="0"/>
          <a:chExt cx="0" cy="0"/>
        </a:xfrm>
      </p:grpSpPr>
      <p:sp>
        <p:nvSpPr>
          <p:cNvPr id="851" name="Google Shape;851;p8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52" name="Shape 852"/>
        <p:cNvGrpSpPr/>
        <p:nvPr/>
      </p:nvGrpSpPr>
      <p:grpSpPr>
        <a:xfrm>
          <a:off x="0" y="0"/>
          <a:ext cx="0" cy="0"/>
          <a:chOff x="0" y="0"/>
          <a:chExt cx="0" cy="0"/>
        </a:xfrm>
      </p:grpSpPr>
      <p:sp>
        <p:nvSpPr>
          <p:cNvPr id="853" name="Google Shape;853;p84"/>
          <p:cNvSpPr/>
          <p:nvPr>
            <p:ph idx="2" type="pic"/>
          </p:nvPr>
        </p:nvSpPr>
        <p:spPr>
          <a:xfrm>
            <a:off x="3389600" y="118913"/>
            <a:ext cx="1643700" cy="1535100"/>
          </a:xfrm>
          <a:prstGeom prst="rect">
            <a:avLst/>
          </a:prstGeom>
          <a:noFill/>
          <a:ln>
            <a:noFill/>
          </a:ln>
        </p:spPr>
      </p:sp>
      <p:sp>
        <p:nvSpPr>
          <p:cNvPr id="854" name="Google Shape;854;p84"/>
          <p:cNvSpPr/>
          <p:nvPr>
            <p:ph idx="3" type="pic"/>
          </p:nvPr>
        </p:nvSpPr>
        <p:spPr>
          <a:xfrm>
            <a:off x="5195935" y="118913"/>
            <a:ext cx="1643700" cy="1535100"/>
          </a:xfrm>
          <a:prstGeom prst="rect">
            <a:avLst/>
          </a:prstGeom>
          <a:noFill/>
          <a:ln>
            <a:noFill/>
          </a:ln>
        </p:spPr>
      </p:sp>
      <p:sp>
        <p:nvSpPr>
          <p:cNvPr id="855" name="Google Shape;855;p84"/>
          <p:cNvSpPr/>
          <p:nvPr>
            <p:ph idx="4" type="pic"/>
          </p:nvPr>
        </p:nvSpPr>
        <p:spPr>
          <a:xfrm>
            <a:off x="7002270" y="118913"/>
            <a:ext cx="1643700" cy="1535100"/>
          </a:xfrm>
          <a:prstGeom prst="rect">
            <a:avLst/>
          </a:prstGeom>
          <a:noFill/>
          <a:ln>
            <a:noFill/>
          </a:ln>
        </p:spPr>
      </p:sp>
      <p:sp>
        <p:nvSpPr>
          <p:cNvPr id="856" name="Google Shape;856;p84"/>
          <p:cNvSpPr/>
          <p:nvPr>
            <p:ph idx="5" type="pic"/>
          </p:nvPr>
        </p:nvSpPr>
        <p:spPr>
          <a:xfrm>
            <a:off x="3389588" y="1804212"/>
            <a:ext cx="1643700" cy="1535100"/>
          </a:xfrm>
          <a:prstGeom prst="rect">
            <a:avLst/>
          </a:prstGeom>
          <a:noFill/>
          <a:ln>
            <a:noFill/>
          </a:ln>
        </p:spPr>
      </p:sp>
      <p:sp>
        <p:nvSpPr>
          <p:cNvPr id="857" name="Google Shape;857;p84"/>
          <p:cNvSpPr/>
          <p:nvPr>
            <p:ph idx="6" type="pic"/>
          </p:nvPr>
        </p:nvSpPr>
        <p:spPr>
          <a:xfrm>
            <a:off x="5195922" y="1804212"/>
            <a:ext cx="1643700" cy="1535100"/>
          </a:xfrm>
          <a:prstGeom prst="rect">
            <a:avLst/>
          </a:prstGeom>
          <a:noFill/>
          <a:ln>
            <a:noFill/>
          </a:ln>
        </p:spPr>
      </p:sp>
      <p:sp>
        <p:nvSpPr>
          <p:cNvPr id="858" name="Google Shape;858;p84"/>
          <p:cNvSpPr/>
          <p:nvPr>
            <p:ph idx="7" type="pic"/>
          </p:nvPr>
        </p:nvSpPr>
        <p:spPr>
          <a:xfrm>
            <a:off x="7002257" y="1804212"/>
            <a:ext cx="1643700" cy="1535100"/>
          </a:xfrm>
          <a:prstGeom prst="rect">
            <a:avLst/>
          </a:prstGeom>
          <a:noFill/>
          <a:ln>
            <a:noFill/>
          </a:ln>
        </p:spPr>
      </p:sp>
      <p:sp>
        <p:nvSpPr>
          <p:cNvPr id="859" name="Google Shape;859;p84"/>
          <p:cNvSpPr txBox="1"/>
          <p:nvPr>
            <p:ph type="title"/>
          </p:nvPr>
        </p:nvSpPr>
        <p:spPr>
          <a:xfrm>
            <a:off x="351550" y="445025"/>
            <a:ext cx="2596800" cy="1706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860" name="Google Shape;860;p84"/>
          <p:cNvSpPr/>
          <p:nvPr>
            <p:ph idx="8" type="pic"/>
          </p:nvPr>
        </p:nvSpPr>
        <p:spPr>
          <a:xfrm>
            <a:off x="3389588" y="3489487"/>
            <a:ext cx="1643700" cy="1535100"/>
          </a:xfrm>
          <a:prstGeom prst="rect">
            <a:avLst/>
          </a:prstGeom>
          <a:noFill/>
          <a:ln>
            <a:noFill/>
          </a:ln>
        </p:spPr>
      </p:sp>
      <p:sp>
        <p:nvSpPr>
          <p:cNvPr id="861" name="Google Shape;861;p84"/>
          <p:cNvSpPr/>
          <p:nvPr>
            <p:ph idx="9" type="pic"/>
          </p:nvPr>
        </p:nvSpPr>
        <p:spPr>
          <a:xfrm>
            <a:off x="5195922" y="3489487"/>
            <a:ext cx="1643700" cy="1535100"/>
          </a:xfrm>
          <a:prstGeom prst="rect">
            <a:avLst/>
          </a:prstGeom>
          <a:noFill/>
          <a:ln>
            <a:noFill/>
          </a:ln>
        </p:spPr>
      </p:sp>
      <p:sp>
        <p:nvSpPr>
          <p:cNvPr id="862" name="Google Shape;862;p8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1.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1.xml"/><Relationship Id="rId20" Type="http://schemas.openxmlformats.org/officeDocument/2006/relationships/slideLayout" Target="../slideLayouts/slideLayout61.xml"/><Relationship Id="rId42" Type="http://schemas.openxmlformats.org/officeDocument/2006/relationships/theme" Target="../theme/theme3.xml"/><Relationship Id="rId41" Type="http://schemas.openxmlformats.org/officeDocument/2006/relationships/slideLayout" Target="../slideLayouts/slideLayout82.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5" Type="http://schemas.openxmlformats.org/officeDocument/2006/relationships/slideLayout" Target="../slideLayouts/slideLayout46.xml"/><Relationship Id="rId6" Type="http://schemas.openxmlformats.org/officeDocument/2006/relationships/slideLayout" Target="../slideLayouts/slideLayout47.xml"/><Relationship Id="rId29" Type="http://schemas.openxmlformats.org/officeDocument/2006/relationships/slideLayout" Target="../slideLayouts/slideLayout70.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slideLayout" Target="../slideLayouts/slideLayout72.xml"/><Relationship Id="rId30" Type="http://schemas.openxmlformats.org/officeDocument/2006/relationships/slideLayout" Target="../slideLayouts/slideLayout71.xml"/><Relationship Id="rId11" Type="http://schemas.openxmlformats.org/officeDocument/2006/relationships/slideLayout" Target="../slideLayouts/slideLayout52.xml"/><Relationship Id="rId33" Type="http://schemas.openxmlformats.org/officeDocument/2006/relationships/slideLayout" Target="../slideLayouts/slideLayout74.xml"/><Relationship Id="rId10" Type="http://schemas.openxmlformats.org/officeDocument/2006/relationships/slideLayout" Target="../slideLayouts/slideLayout51.xml"/><Relationship Id="rId32" Type="http://schemas.openxmlformats.org/officeDocument/2006/relationships/slideLayout" Target="../slideLayouts/slideLayout73.xml"/><Relationship Id="rId13" Type="http://schemas.openxmlformats.org/officeDocument/2006/relationships/slideLayout" Target="../slideLayouts/slideLayout54.xml"/><Relationship Id="rId35" Type="http://schemas.openxmlformats.org/officeDocument/2006/relationships/slideLayout" Target="../slideLayouts/slideLayout76.xml"/><Relationship Id="rId12" Type="http://schemas.openxmlformats.org/officeDocument/2006/relationships/slideLayout" Target="../slideLayouts/slideLayout53.xml"/><Relationship Id="rId34" Type="http://schemas.openxmlformats.org/officeDocument/2006/relationships/slideLayout" Target="../slideLayouts/slideLayout75.xml"/><Relationship Id="rId15" Type="http://schemas.openxmlformats.org/officeDocument/2006/relationships/slideLayout" Target="../slideLayouts/slideLayout56.xml"/><Relationship Id="rId37" Type="http://schemas.openxmlformats.org/officeDocument/2006/relationships/slideLayout" Target="../slideLayouts/slideLayout78.xml"/><Relationship Id="rId14" Type="http://schemas.openxmlformats.org/officeDocument/2006/relationships/slideLayout" Target="../slideLayouts/slideLayout55.xml"/><Relationship Id="rId36" Type="http://schemas.openxmlformats.org/officeDocument/2006/relationships/slideLayout" Target="../slideLayouts/slideLayout77.xml"/><Relationship Id="rId17" Type="http://schemas.openxmlformats.org/officeDocument/2006/relationships/slideLayout" Target="../slideLayouts/slideLayout58.xml"/><Relationship Id="rId39" Type="http://schemas.openxmlformats.org/officeDocument/2006/relationships/slideLayout" Target="../slideLayouts/slideLayout80.xml"/><Relationship Id="rId16" Type="http://schemas.openxmlformats.org/officeDocument/2006/relationships/slideLayout" Target="../slideLayouts/slideLayout57.xml"/><Relationship Id="rId38" Type="http://schemas.openxmlformats.org/officeDocument/2006/relationships/slideLayout" Target="../slideLayouts/slideLayout79.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6725" y="2144775"/>
            <a:ext cx="4088400" cy="2767500"/>
          </a:xfrm>
          <a:prstGeom prst="rect">
            <a:avLst/>
          </a:prstGeom>
          <a:noFill/>
          <a:ln>
            <a:noFill/>
          </a:ln>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1pPr>
            <a:lvl2pPr indent="-292100" lvl="1" marL="914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2pPr>
            <a:lvl3pPr indent="-292100" lvl="2" marL="1371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3pPr>
            <a:lvl4pPr indent="-292100" lvl="3" marL="1828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4pPr>
            <a:lvl5pPr indent="-292100" lvl="4" marL="22860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5pPr>
            <a:lvl6pPr indent="-292100" lvl="5" marL="2743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6pPr>
            <a:lvl7pPr indent="-292100" lvl="6" marL="3200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7pPr>
            <a:lvl8pPr indent="-292100" lvl="7" marL="3657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8pPr>
            <a:lvl9pPr indent="-292100" lvl="8" marL="4114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9pPr>
          </a:lstStyle>
          <a:p/>
        </p:txBody>
      </p:sp>
      <p:sp>
        <p:nvSpPr>
          <p:cNvPr id="7" name="Google Shape;7;p1"/>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a:spcBef>
                <a:spcPts val="0"/>
              </a:spcBef>
              <a:spcAft>
                <a:spcPts val="0"/>
              </a:spcAft>
              <a:buNone/>
              <a:defRPr sz="3600">
                <a:solidFill>
                  <a:schemeClr val="dk1"/>
                </a:solidFill>
                <a:latin typeface="IBM Plex Sans"/>
                <a:ea typeface="IBM Plex Sans"/>
                <a:cs typeface="IBM Plex Sans"/>
                <a:sym typeface="IBM Plex Sans"/>
              </a:defRPr>
            </a:lvl1pPr>
            <a:lvl2pPr lvl="1">
              <a:lnSpc>
                <a:spcPct val="115000"/>
              </a:lnSpc>
              <a:spcBef>
                <a:spcPts val="0"/>
              </a:spcBef>
              <a:spcAft>
                <a:spcPts val="0"/>
              </a:spcAft>
              <a:buNone/>
              <a:defRPr sz="3600">
                <a:solidFill>
                  <a:schemeClr val="dk1"/>
                </a:solidFill>
                <a:latin typeface="IBM Plex Sans"/>
                <a:ea typeface="IBM Plex Sans"/>
                <a:cs typeface="IBM Plex Sans"/>
                <a:sym typeface="IBM Plex Sans"/>
              </a:defRPr>
            </a:lvl2pPr>
            <a:lvl3pPr lvl="2">
              <a:lnSpc>
                <a:spcPct val="115000"/>
              </a:lnSpc>
              <a:spcBef>
                <a:spcPts val="0"/>
              </a:spcBef>
              <a:spcAft>
                <a:spcPts val="0"/>
              </a:spcAft>
              <a:buNone/>
              <a:defRPr sz="3600">
                <a:solidFill>
                  <a:schemeClr val="dk1"/>
                </a:solidFill>
                <a:latin typeface="IBM Plex Sans"/>
                <a:ea typeface="IBM Plex Sans"/>
                <a:cs typeface="IBM Plex Sans"/>
                <a:sym typeface="IBM Plex Sans"/>
              </a:defRPr>
            </a:lvl3pPr>
            <a:lvl4pPr lvl="3">
              <a:lnSpc>
                <a:spcPct val="115000"/>
              </a:lnSpc>
              <a:spcBef>
                <a:spcPts val="0"/>
              </a:spcBef>
              <a:spcAft>
                <a:spcPts val="0"/>
              </a:spcAft>
              <a:buNone/>
              <a:defRPr sz="3600">
                <a:solidFill>
                  <a:schemeClr val="dk1"/>
                </a:solidFill>
                <a:latin typeface="IBM Plex Sans"/>
                <a:ea typeface="IBM Plex Sans"/>
                <a:cs typeface="IBM Plex Sans"/>
                <a:sym typeface="IBM Plex Sans"/>
              </a:defRPr>
            </a:lvl4pPr>
            <a:lvl5pPr lvl="4">
              <a:lnSpc>
                <a:spcPct val="115000"/>
              </a:lnSpc>
              <a:spcBef>
                <a:spcPts val="0"/>
              </a:spcBef>
              <a:spcAft>
                <a:spcPts val="0"/>
              </a:spcAft>
              <a:buNone/>
              <a:defRPr sz="3600">
                <a:solidFill>
                  <a:schemeClr val="dk1"/>
                </a:solidFill>
                <a:latin typeface="IBM Plex Sans"/>
                <a:ea typeface="IBM Plex Sans"/>
                <a:cs typeface="IBM Plex Sans"/>
                <a:sym typeface="IBM Plex Sans"/>
              </a:defRPr>
            </a:lvl5pPr>
            <a:lvl6pPr lvl="5">
              <a:lnSpc>
                <a:spcPct val="115000"/>
              </a:lnSpc>
              <a:spcBef>
                <a:spcPts val="0"/>
              </a:spcBef>
              <a:spcAft>
                <a:spcPts val="0"/>
              </a:spcAft>
              <a:buNone/>
              <a:defRPr sz="3600">
                <a:solidFill>
                  <a:schemeClr val="dk1"/>
                </a:solidFill>
                <a:latin typeface="IBM Plex Sans"/>
                <a:ea typeface="IBM Plex Sans"/>
                <a:cs typeface="IBM Plex Sans"/>
                <a:sym typeface="IBM Plex Sans"/>
              </a:defRPr>
            </a:lvl6pPr>
            <a:lvl7pPr lvl="6">
              <a:lnSpc>
                <a:spcPct val="115000"/>
              </a:lnSpc>
              <a:spcBef>
                <a:spcPts val="0"/>
              </a:spcBef>
              <a:spcAft>
                <a:spcPts val="0"/>
              </a:spcAft>
              <a:buNone/>
              <a:defRPr sz="3600">
                <a:solidFill>
                  <a:schemeClr val="dk1"/>
                </a:solidFill>
                <a:latin typeface="IBM Plex Sans"/>
                <a:ea typeface="IBM Plex Sans"/>
                <a:cs typeface="IBM Plex Sans"/>
                <a:sym typeface="IBM Plex Sans"/>
              </a:defRPr>
            </a:lvl7pPr>
            <a:lvl8pPr lvl="7">
              <a:lnSpc>
                <a:spcPct val="115000"/>
              </a:lnSpc>
              <a:spcBef>
                <a:spcPts val="0"/>
              </a:spcBef>
              <a:spcAft>
                <a:spcPts val="0"/>
              </a:spcAft>
              <a:buNone/>
              <a:defRPr sz="3600">
                <a:solidFill>
                  <a:schemeClr val="dk1"/>
                </a:solidFill>
                <a:latin typeface="IBM Plex Sans"/>
                <a:ea typeface="IBM Plex Sans"/>
                <a:cs typeface="IBM Plex Sans"/>
                <a:sym typeface="IBM Plex Sans"/>
              </a:defRPr>
            </a:lvl8pPr>
            <a:lvl9pPr lvl="8">
              <a:lnSpc>
                <a:spcPct val="115000"/>
              </a:lnSpc>
              <a:spcBef>
                <a:spcPts val="0"/>
              </a:spcBef>
              <a:spcAft>
                <a:spcPts val="0"/>
              </a:spcAft>
              <a:buNone/>
              <a:defRPr sz="3600">
                <a:solidFill>
                  <a:schemeClr val="dk1"/>
                </a:solidFill>
                <a:latin typeface="IBM Plex Sans"/>
                <a:ea typeface="IBM Plex Sans"/>
                <a:cs typeface="IBM Plex Sans"/>
                <a:sym typeface="IBM Plex Sans"/>
              </a:defRPr>
            </a:lvl9pPr>
          </a:lstStyle>
          <a:p/>
        </p:txBody>
      </p:sp>
      <p:sp>
        <p:nvSpPr>
          <p:cNvPr id="8" name="Google Shape;8;p1"/>
          <p:cNvSpPr txBox="1"/>
          <p:nvPr>
            <p:ph idx="2" type="body"/>
          </p:nvPr>
        </p:nvSpPr>
        <p:spPr>
          <a:xfrm>
            <a:off x="4113250" y="2215425"/>
            <a:ext cx="3834600" cy="2517600"/>
          </a:xfrm>
          <a:prstGeom prst="rect">
            <a:avLst/>
          </a:prstGeom>
          <a:noFill/>
          <a:ln>
            <a:noFill/>
          </a:ln>
        </p:spPr>
        <p:txBody>
          <a:bodyPr anchorCtr="0" anchor="b" bIns="91425" lIns="91425" spcFirstLastPara="1" rIns="91425" wrap="square" tIns="91425">
            <a:noAutofit/>
          </a:bodyPr>
          <a:lstStyle>
            <a:lvl1pPr indent="-292100" lvl="0" marL="457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1pPr>
            <a:lvl2pPr indent="-292100" lvl="1" marL="914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2pPr>
            <a:lvl3pPr indent="-292100" lvl="2" marL="1371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3pPr>
            <a:lvl4pPr indent="-292100" lvl="3" marL="1828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4pPr>
            <a:lvl5pPr indent="-292100" lvl="4" marL="22860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5pPr>
            <a:lvl6pPr indent="-292100" lvl="5" marL="27432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6pPr>
            <a:lvl7pPr indent="-292100" lvl="6" marL="32004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7pPr>
            <a:lvl8pPr indent="-292100" lvl="7" marL="36576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8pPr>
            <a:lvl9pPr indent="-292100" lvl="8" marL="4114800">
              <a:spcBef>
                <a:spcPts val="0"/>
              </a:spcBef>
              <a:spcAft>
                <a:spcPts val="0"/>
              </a:spcAft>
              <a:buClr>
                <a:schemeClr val="dk1"/>
              </a:buClr>
              <a:buSzPts val="1000"/>
              <a:buFont typeface="IBM Plex Sans"/>
              <a:buChar char="■"/>
              <a:defRPr sz="1000">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459">
          <p15:clr>
            <a:srgbClr val="00FFFF"/>
          </p15:clr>
        </p15:guide>
        <p15:guide id="2" pos="275">
          <p15:clr>
            <a:srgbClr val="00FFFF"/>
          </p15:clr>
        </p15:guide>
        <p15:guide id="3" orient="horz" pos="144">
          <p15:clr>
            <a:srgbClr val="00FFFF"/>
          </p15:clr>
        </p15:guide>
        <p15:guide id="4" orient="horz" pos="3094">
          <p15:clr>
            <a:srgbClr val="00FFFF"/>
          </p15:clr>
        </p15:guide>
        <p15:guide id="5" pos="2850">
          <p15:clr>
            <a:srgbClr val="00FFFF"/>
          </p15:clr>
        </p15:guide>
        <p15:guide id="6" pos="2910">
          <p15:clr>
            <a:srgbClr val="00FFFF"/>
          </p15:clr>
        </p15:guide>
        <p15:guide id="7" pos="1468">
          <p15:clr>
            <a:srgbClr val="00FFFF"/>
          </p15:clr>
        </p15:guide>
        <p15:guide id="8" pos="1527">
          <p15:clr>
            <a:srgbClr val="00FFFF"/>
          </p15:clr>
        </p15:guide>
        <p15:guide id="9" pos="4226">
          <p15:clr>
            <a:srgbClr val="00FFFF"/>
          </p15:clr>
        </p15:guide>
        <p15:guide id="10" pos="4285">
          <p15:clr>
            <a:srgbClr val="00FFFF"/>
          </p15:clr>
        </p15:guide>
        <p15:guide id="11" pos="3773">
          <p15:clr>
            <a:srgbClr val="00FFFF"/>
          </p15:clr>
        </p15:guide>
        <p15:guide id="12" pos="3830">
          <p15:clr>
            <a:srgbClr val="00FFFF"/>
          </p15:clr>
        </p15:guide>
        <p15:guide id="13" pos="1930">
          <p15:clr>
            <a:srgbClr val="00FFFF"/>
          </p15:clr>
        </p15:guide>
        <p15:guide id="14" pos="1987">
          <p15:clr>
            <a:srgbClr val="00FFFF"/>
          </p15:clr>
        </p15:guide>
        <p15:guide id="15" orient="horz" pos="288">
          <p15:clr>
            <a:srgbClr val="00FFFF"/>
          </p15:clr>
        </p15:guide>
        <p15:guide id="16" orient="horz" pos="2950">
          <p15:clr>
            <a:srgbClr val="00FFFF"/>
          </p15:clr>
        </p15:guide>
        <p15:guide id="17" orient="horz" pos="1135">
          <p15:clr>
            <a:srgbClr val="00FFFF"/>
          </p15:clr>
        </p15:guide>
        <p15:guide id="18" orient="horz" pos="1194">
          <p15:clr>
            <a:srgbClr val="00FFFF"/>
          </p15:clr>
        </p15:guide>
        <p15:guide id="19" orient="horz" pos="2043">
          <p15:clr>
            <a:srgbClr val="00FFFF"/>
          </p15:clr>
        </p15:guide>
        <p15:guide id="20" orient="horz" pos="2103">
          <p15:clr>
            <a:srgbClr val="00FFFF"/>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34" name="Shape 434"/>
        <p:cNvGrpSpPr/>
        <p:nvPr/>
      </p:nvGrpSpPr>
      <p:grpSpPr>
        <a:xfrm>
          <a:off x="0" y="0"/>
          <a:ext cx="0" cy="0"/>
          <a:chOff x="0" y="0"/>
          <a:chExt cx="0" cy="0"/>
        </a:xfrm>
      </p:grpSpPr>
      <p:sp>
        <p:nvSpPr>
          <p:cNvPr id="435" name="Google Shape;435;p43"/>
          <p:cNvSpPr txBox="1"/>
          <p:nvPr>
            <p:ph idx="1" type="body"/>
          </p:nvPr>
        </p:nvSpPr>
        <p:spPr>
          <a:xfrm>
            <a:off x="436725" y="2144775"/>
            <a:ext cx="4088400" cy="2767500"/>
          </a:xfrm>
          <a:prstGeom prst="rect">
            <a:avLst/>
          </a:prstGeom>
          <a:noFill/>
          <a:ln>
            <a:noFill/>
          </a:ln>
        </p:spPr>
        <p:txBody>
          <a:bodyPr anchorCtr="0" anchor="b" bIns="0" lIns="0" spcFirstLastPara="1" rIns="0" wrap="square" tIns="0">
            <a:noAutofit/>
          </a:bodyPr>
          <a:lstStyle>
            <a:lvl1pPr indent="-292100" lvl="0" marL="457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1pPr>
            <a:lvl2pPr indent="-292100" lvl="1" marL="914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2pPr>
            <a:lvl3pPr indent="-292100" lvl="2" marL="1371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3pPr>
            <a:lvl4pPr indent="-292100" lvl="3" marL="1828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4pPr>
            <a:lvl5pPr indent="-292100" lvl="4" marL="22860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5pPr>
            <a:lvl6pPr indent="-292100" lvl="5" marL="2743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6pPr>
            <a:lvl7pPr indent="-292100" lvl="6" marL="3200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7pPr>
            <a:lvl8pPr indent="-292100" lvl="7" marL="3657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8pPr>
            <a:lvl9pPr indent="-292100" lvl="8" marL="4114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9pPr>
          </a:lstStyle>
          <a:p/>
        </p:txBody>
      </p:sp>
      <p:sp>
        <p:nvSpPr>
          <p:cNvPr id="436" name="Google Shape;436;p43"/>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1pPr>
            <a:lvl2pPr lvl="1"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2pPr>
            <a:lvl3pPr lvl="2"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3pPr>
            <a:lvl4pPr lvl="3"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4pPr>
            <a:lvl5pPr lvl="4"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5pPr>
            <a:lvl6pPr lvl="5"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6pPr>
            <a:lvl7pPr lvl="6"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7pPr>
            <a:lvl8pPr lvl="7"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8pPr>
            <a:lvl9pPr lvl="8"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9pPr>
          </a:lstStyle>
          <a:p/>
        </p:txBody>
      </p:sp>
      <p:sp>
        <p:nvSpPr>
          <p:cNvPr id="437" name="Google Shape;437;p43"/>
          <p:cNvSpPr txBox="1"/>
          <p:nvPr>
            <p:ph idx="2" type="body"/>
          </p:nvPr>
        </p:nvSpPr>
        <p:spPr>
          <a:xfrm>
            <a:off x="4113250" y="2215425"/>
            <a:ext cx="3834600" cy="2517600"/>
          </a:xfrm>
          <a:prstGeom prst="rect">
            <a:avLst/>
          </a:prstGeom>
          <a:noFill/>
          <a:ln>
            <a:noFill/>
          </a:ln>
        </p:spPr>
        <p:txBody>
          <a:bodyPr anchorCtr="0" anchor="b" bIns="91425" lIns="91425" spcFirstLastPara="1" rIns="91425" wrap="square" tIns="91425">
            <a:noAutofit/>
          </a:bodyPr>
          <a:lstStyle>
            <a:lvl1pPr indent="-292100" lvl="0" marL="457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1pPr>
            <a:lvl2pPr indent="-292100" lvl="1" marL="914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2pPr>
            <a:lvl3pPr indent="-292100" lvl="2" marL="1371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3pPr>
            <a:lvl4pPr indent="-292100" lvl="3" marL="1828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4pPr>
            <a:lvl5pPr indent="-292100" lvl="4" marL="22860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5pPr>
            <a:lvl6pPr indent="-292100" lvl="5" marL="2743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6pPr>
            <a:lvl7pPr indent="-292100" lvl="6" marL="3200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7pPr>
            <a:lvl8pPr indent="-292100" lvl="7" marL="3657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8pPr>
            <a:lvl9pPr indent="-292100" lvl="8" marL="4114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459">
          <p15:clr>
            <a:srgbClr val="00FFFF"/>
          </p15:clr>
        </p15:guide>
        <p15:guide id="2" pos="275">
          <p15:clr>
            <a:srgbClr val="00FFFF"/>
          </p15:clr>
        </p15:guide>
        <p15:guide id="3" orient="horz" pos="144">
          <p15:clr>
            <a:srgbClr val="00FFFF"/>
          </p15:clr>
        </p15:guide>
        <p15:guide id="4" orient="horz" pos="3094">
          <p15:clr>
            <a:srgbClr val="00FFFF"/>
          </p15:clr>
        </p15:guide>
        <p15:guide id="5" pos="2850">
          <p15:clr>
            <a:srgbClr val="00FFFF"/>
          </p15:clr>
        </p15:guide>
        <p15:guide id="6" pos="2910">
          <p15:clr>
            <a:srgbClr val="00FFFF"/>
          </p15:clr>
        </p15:guide>
        <p15:guide id="7" pos="1468">
          <p15:clr>
            <a:srgbClr val="00FFFF"/>
          </p15:clr>
        </p15:guide>
        <p15:guide id="8" pos="1527">
          <p15:clr>
            <a:srgbClr val="00FFFF"/>
          </p15:clr>
        </p15:guide>
        <p15:guide id="9" pos="4226">
          <p15:clr>
            <a:srgbClr val="00FFFF"/>
          </p15:clr>
        </p15:guide>
        <p15:guide id="10" pos="4285">
          <p15:clr>
            <a:srgbClr val="00FFFF"/>
          </p15:clr>
        </p15:guide>
        <p15:guide id="11" pos="3773">
          <p15:clr>
            <a:srgbClr val="00FFFF"/>
          </p15:clr>
        </p15:guide>
        <p15:guide id="12" pos="3830">
          <p15:clr>
            <a:srgbClr val="00FFFF"/>
          </p15:clr>
        </p15:guide>
        <p15:guide id="13" pos="1930">
          <p15:clr>
            <a:srgbClr val="00FFFF"/>
          </p15:clr>
        </p15:guide>
        <p15:guide id="14" pos="1987">
          <p15:clr>
            <a:srgbClr val="00FFFF"/>
          </p15:clr>
        </p15:guide>
        <p15:guide id="15" orient="horz" pos="288">
          <p15:clr>
            <a:srgbClr val="00FFFF"/>
          </p15:clr>
        </p15:guide>
        <p15:guide id="16" orient="horz" pos="2950">
          <p15:clr>
            <a:srgbClr val="00FFFF"/>
          </p15:clr>
        </p15:guide>
        <p15:guide id="17" orient="horz" pos="1135">
          <p15:clr>
            <a:srgbClr val="00FFFF"/>
          </p15:clr>
        </p15:guide>
        <p15:guide id="18" orient="horz" pos="1194">
          <p15:clr>
            <a:srgbClr val="00FFFF"/>
          </p15:clr>
        </p15:guide>
        <p15:guide id="19" orient="horz" pos="2043">
          <p15:clr>
            <a:srgbClr val="00FFFF"/>
          </p15:clr>
        </p15:guide>
        <p15:guide id="20" orient="horz" pos="2103">
          <p15:clr>
            <a:srgbClr val="00FF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2.png"/><Relationship Id="rId5"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20.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9070E"/>
        </a:solidFill>
      </p:bgPr>
    </p:bg>
    <p:spTree>
      <p:nvGrpSpPr>
        <p:cNvPr id="866" name="Shape 866"/>
        <p:cNvGrpSpPr/>
        <p:nvPr/>
      </p:nvGrpSpPr>
      <p:grpSpPr>
        <a:xfrm>
          <a:off x="0" y="0"/>
          <a:ext cx="0" cy="0"/>
          <a:chOff x="0" y="0"/>
          <a:chExt cx="0" cy="0"/>
        </a:xfrm>
      </p:grpSpPr>
      <p:grpSp>
        <p:nvGrpSpPr>
          <p:cNvPr id="867" name="Google Shape;867;p85"/>
          <p:cNvGrpSpPr/>
          <p:nvPr/>
        </p:nvGrpSpPr>
        <p:grpSpPr>
          <a:xfrm>
            <a:off x="-481012" y="3233738"/>
            <a:ext cx="9625013" cy="1909875"/>
            <a:chOff x="-481012" y="3233738"/>
            <a:chExt cx="9625013" cy="1909875"/>
          </a:xfrm>
        </p:grpSpPr>
        <p:pic>
          <p:nvPicPr>
            <p:cNvPr id="868" name="Google Shape;868;p85"/>
            <p:cNvPicPr preferRelativeResize="0"/>
            <p:nvPr/>
          </p:nvPicPr>
          <p:blipFill rotWithShape="1">
            <a:blip r:embed="rId3">
              <a:alphaModFix/>
            </a:blip>
            <a:srcRect b="0" l="0" r="0" t="0"/>
            <a:stretch/>
          </p:blipFill>
          <p:spPr>
            <a:xfrm>
              <a:off x="0" y="4567238"/>
              <a:ext cx="9144000" cy="9600"/>
            </a:xfrm>
            <a:prstGeom prst="rect">
              <a:avLst/>
            </a:prstGeom>
            <a:noFill/>
            <a:ln>
              <a:noFill/>
            </a:ln>
          </p:spPr>
        </p:pic>
        <p:pic>
          <p:nvPicPr>
            <p:cNvPr id="869" name="Google Shape;869;p85"/>
            <p:cNvPicPr preferRelativeResize="0"/>
            <p:nvPr/>
          </p:nvPicPr>
          <p:blipFill rotWithShape="1">
            <a:blip r:embed="rId4">
              <a:alphaModFix/>
            </a:blip>
            <a:srcRect b="0" l="0" r="0" t="0"/>
            <a:stretch/>
          </p:blipFill>
          <p:spPr>
            <a:xfrm>
              <a:off x="471488" y="3709988"/>
              <a:ext cx="1343100" cy="1343100"/>
            </a:xfrm>
            <a:prstGeom prst="rect">
              <a:avLst/>
            </a:prstGeom>
            <a:noFill/>
            <a:ln>
              <a:noFill/>
            </a:ln>
          </p:spPr>
        </p:pic>
        <p:pic>
          <p:nvPicPr>
            <p:cNvPr id="870" name="Google Shape;870;p85"/>
            <p:cNvPicPr preferRelativeResize="0"/>
            <p:nvPr/>
          </p:nvPicPr>
          <p:blipFill rotWithShape="1">
            <a:blip r:embed="rId5">
              <a:alphaModFix/>
            </a:blip>
            <a:srcRect b="0" l="0" r="0" t="0"/>
            <a:stretch/>
          </p:blipFill>
          <p:spPr>
            <a:xfrm>
              <a:off x="-481012" y="4214813"/>
              <a:ext cx="3948000" cy="928800"/>
            </a:xfrm>
            <a:prstGeom prst="rect">
              <a:avLst/>
            </a:prstGeom>
            <a:noFill/>
            <a:ln>
              <a:noFill/>
            </a:ln>
          </p:spPr>
        </p:pic>
        <p:pic>
          <p:nvPicPr>
            <p:cNvPr id="871" name="Google Shape;871;p85"/>
            <p:cNvPicPr preferRelativeResize="0"/>
            <p:nvPr/>
          </p:nvPicPr>
          <p:blipFill rotWithShape="1">
            <a:blip r:embed="rId6">
              <a:alphaModFix/>
            </a:blip>
            <a:srcRect b="0" l="0" r="0" t="0"/>
            <a:stretch/>
          </p:blipFill>
          <p:spPr>
            <a:xfrm>
              <a:off x="5233988" y="3233738"/>
              <a:ext cx="3819600" cy="1400100"/>
            </a:xfrm>
            <a:prstGeom prst="rect">
              <a:avLst/>
            </a:prstGeom>
            <a:noFill/>
            <a:ln>
              <a:noFill/>
            </a:ln>
          </p:spPr>
        </p:pic>
      </p:grpSp>
      <p:grpSp>
        <p:nvGrpSpPr>
          <p:cNvPr id="872" name="Google Shape;872;p85"/>
          <p:cNvGrpSpPr/>
          <p:nvPr/>
        </p:nvGrpSpPr>
        <p:grpSpPr>
          <a:xfrm>
            <a:off x="571500" y="857250"/>
            <a:ext cx="8001000" cy="1190625"/>
            <a:chOff x="0" y="0"/>
            <a:chExt cx="8001000" cy="1190625"/>
          </a:xfrm>
        </p:grpSpPr>
        <p:sp>
          <p:nvSpPr>
            <p:cNvPr id="873" name="Google Shape;873;p85"/>
            <p:cNvSpPr txBox="1"/>
            <p:nvPr/>
          </p:nvSpPr>
          <p:spPr>
            <a:xfrm>
              <a:off x="0" y="0"/>
              <a:ext cx="8001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FFF2ED"/>
                  </a:solidFill>
                  <a:latin typeface="IBM Plex Sans"/>
                  <a:ea typeface="IBM Plex Sans"/>
                  <a:cs typeface="IBM Plex Sans"/>
                  <a:sym typeface="IBM Plex Sans"/>
                </a:rPr>
                <a:t>Singapore </a:t>
              </a:r>
              <a:r>
                <a:rPr b="1" lang="en" sz="2800">
                  <a:solidFill>
                    <a:srgbClr val="F2631F"/>
                  </a:solidFill>
                  <a:latin typeface="IBM Plex Sans"/>
                  <a:ea typeface="IBM Plex Sans"/>
                  <a:cs typeface="IBM Plex Sans"/>
                  <a:sym typeface="IBM Plex Sans"/>
                </a:rPr>
                <a:t>HDB Resale Price Analysis</a:t>
              </a:r>
              <a:endParaRPr b="1" sz="2800">
                <a:solidFill>
                  <a:srgbClr val="FFF2ED"/>
                </a:solidFill>
                <a:latin typeface="IBM Plex Sans"/>
                <a:ea typeface="IBM Plex Sans"/>
                <a:cs typeface="IBM Plex Sans"/>
                <a:sym typeface="IBM Plex Sans"/>
              </a:endParaRPr>
            </a:p>
          </p:txBody>
        </p:sp>
        <p:sp>
          <p:nvSpPr>
            <p:cNvPr id="874" name="Google Shape;874;p85"/>
            <p:cNvSpPr txBox="1"/>
            <p:nvPr/>
          </p:nvSpPr>
          <p:spPr>
            <a:xfrm>
              <a:off x="0" y="809625"/>
              <a:ext cx="8001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FFC490"/>
                  </a:solidFill>
                  <a:latin typeface="IBM Plex Sans"/>
                  <a:ea typeface="IBM Plex Sans"/>
                  <a:cs typeface="IBM Plex Sans"/>
                  <a:sym typeface="IBM Plex Sans"/>
                </a:rPr>
                <a:t>A Database-Driven Analysis of Property and Transaction Characteristics</a:t>
              </a:r>
              <a:endParaRPr b="0" sz="1300">
                <a:solidFill>
                  <a:srgbClr val="FFC490"/>
                </a:solidFill>
                <a:latin typeface="IBM Plex Sans"/>
                <a:ea typeface="IBM Plex Sans"/>
                <a:cs typeface="IBM Plex Sans"/>
                <a:sym typeface="IBM Plex Sans"/>
              </a:endParaRPr>
            </a:p>
          </p:txBody>
        </p:sp>
      </p:grpSp>
      <p:pic>
        <p:nvPicPr>
          <p:cNvPr id="875" name="Google Shape;875;p85"/>
          <p:cNvPicPr preferRelativeResize="0"/>
          <p:nvPr/>
        </p:nvPicPr>
        <p:blipFill rotWithShape="1">
          <a:blip r:embed="rId7">
            <a:alphaModFix/>
          </a:blip>
          <a:srcRect b="0" l="0" r="0" t="0"/>
          <a:stretch/>
        </p:blipFill>
        <p:spPr>
          <a:xfrm>
            <a:off x="571500" y="2281238"/>
            <a:ext cx="8001000" cy="9600"/>
          </a:xfrm>
          <a:prstGeom prst="rect">
            <a:avLst/>
          </a:prstGeom>
          <a:noFill/>
          <a:ln>
            <a:noFill/>
          </a:ln>
        </p:spPr>
      </p:pic>
      <p:grpSp>
        <p:nvGrpSpPr>
          <p:cNvPr id="876" name="Google Shape;876;p85"/>
          <p:cNvGrpSpPr/>
          <p:nvPr/>
        </p:nvGrpSpPr>
        <p:grpSpPr>
          <a:xfrm>
            <a:off x="571500" y="2524125"/>
            <a:ext cx="8001000" cy="1762200"/>
            <a:chOff x="0" y="0"/>
            <a:chExt cx="8001000" cy="1762200"/>
          </a:xfrm>
        </p:grpSpPr>
        <p:grpSp>
          <p:nvGrpSpPr>
            <p:cNvPr id="877" name="Google Shape;877;p85"/>
            <p:cNvGrpSpPr/>
            <p:nvPr/>
          </p:nvGrpSpPr>
          <p:grpSpPr>
            <a:xfrm>
              <a:off x="0" y="0"/>
              <a:ext cx="2095500" cy="638250"/>
              <a:chOff x="0" y="0"/>
              <a:chExt cx="2095500" cy="638250"/>
            </a:xfrm>
          </p:grpSpPr>
          <p:sp>
            <p:nvSpPr>
              <p:cNvPr id="878" name="Google Shape;878;p85"/>
              <p:cNvSpPr/>
              <p:nvPr/>
            </p:nvSpPr>
            <p:spPr>
              <a:xfrm>
                <a:off x="0" y="0"/>
                <a:ext cx="2095500" cy="304800"/>
              </a:xfrm>
              <a:prstGeom prst="roundRect">
                <a:avLst>
                  <a:gd fmla="val 12500" name="adj"/>
                </a:avLst>
              </a:prstGeom>
              <a:solidFill>
                <a:srgbClr val="F2631F">
                  <a:alpha val="1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9" name="Google Shape;879;p85"/>
              <p:cNvSpPr txBox="1"/>
              <p:nvPr/>
            </p:nvSpPr>
            <p:spPr>
              <a:xfrm>
                <a:off x="114300" y="57150"/>
                <a:ext cx="1866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FFF2ED"/>
                    </a:solidFill>
                    <a:latin typeface="IBM Plex Sans SemiBold"/>
                    <a:ea typeface="IBM Plex Sans SemiBold"/>
                    <a:cs typeface="IBM Plex Sans SemiBold"/>
                    <a:sym typeface="IBM Plex Sans SemiBold"/>
                  </a:rPr>
                  <a:t>MH6142 Database Systems</a:t>
                </a:r>
                <a:endParaRPr b="0" sz="1000">
                  <a:solidFill>
                    <a:srgbClr val="FFF2ED"/>
                  </a:solidFill>
                  <a:latin typeface="IBM Plex Sans SemiBold"/>
                  <a:ea typeface="IBM Plex Sans SemiBold"/>
                  <a:cs typeface="IBM Plex Sans SemiBold"/>
                  <a:sym typeface="IBM Plex Sans SemiBold"/>
                </a:endParaRPr>
              </a:p>
            </p:txBody>
          </p:sp>
          <p:sp>
            <p:nvSpPr>
              <p:cNvPr id="880" name="Google Shape;880;p85"/>
              <p:cNvSpPr txBox="1"/>
              <p:nvPr/>
            </p:nvSpPr>
            <p:spPr>
              <a:xfrm>
                <a:off x="0" y="400050"/>
                <a:ext cx="2095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F2631F"/>
                    </a:solidFill>
                    <a:latin typeface="IBM Plex Sans"/>
                    <a:ea typeface="IBM Plex Sans"/>
                    <a:cs typeface="IBM Plex Sans"/>
                    <a:sym typeface="IBM Plex Sans"/>
                  </a:rPr>
                  <a:t>GROUP 4</a:t>
                </a:r>
                <a:endParaRPr b="1" sz="900">
                  <a:solidFill>
                    <a:srgbClr val="F2631F"/>
                  </a:solidFill>
                  <a:latin typeface="IBM Plex Sans"/>
                  <a:ea typeface="IBM Plex Sans"/>
                  <a:cs typeface="IBM Plex Sans"/>
                  <a:sym typeface="IBM Plex Sans"/>
                </a:endParaRPr>
              </a:p>
            </p:txBody>
          </p:sp>
        </p:grpSp>
        <p:grpSp>
          <p:nvGrpSpPr>
            <p:cNvPr id="881" name="Google Shape;881;p85"/>
            <p:cNvGrpSpPr/>
            <p:nvPr/>
          </p:nvGrpSpPr>
          <p:grpSpPr>
            <a:xfrm>
              <a:off x="2857500" y="0"/>
              <a:ext cx="5143500" cy="1762200"/>
              <a:chOff x="0" y="0"/>
              <a:chExt cx="5143500" cy="1762200"/>
            </a:xfrm>
          </p:grpSpPr>
          <p:sp>
            <p:nvSpPr>
              <p:cNvPr id="882" name="Google Shape;882;p85"/>
              <p:cNvSpPr/>
              <p:nvPr/>
            </p:nvSpPr>
            <p:spPr>
              <a:xfrm>
                <a:off x="0" y="0"/>
                <a:ext cx="5143500" cy="1762200"/>
              </a:xfrm>
              <a:prstGeom prst="roundRect">
                <a:avLst>
                  <a:gd fmla="val 4324" name="adj"/>
                </a:avLst>
              </a:prstGeom>
              <a:solidFill>
                <a:srgbClr val="FFF2ED">
                  <a:alpha val="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3" name="Google Shape;883;p85"/>
              <p:cNvSpPr txBox="1"/>
              <p:nvPr/>
            </p:nvSpPr>
            <p:spPr>
              <a:xfrm>
                <a:off x="228600" y="152400"/>
                <a:ext cx="46863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FF2ED"/>
                    </a:solidFill>
                    <a:latin typeface="IBM Plex Sans"/>
                    <a:ea typeface="IBM Plex Sans"/>
                    <a:cs typeface="IBM Plex Sans"/>
                    <a:sym typeface="IBM Plex Sans"/>
                  </a:rPr>
                  <a:t>Group Members</a:t>
                </a:r>
                <a:endParaRPr b="1" sz="1000">
                  <a:solidFill>
                    <a:srgbClr val="FFF2ED"/>
                  </a:solidFill>
                  <a:latin typeface="IBM Plex Sans"/>
                  <a:ea typeface="IBM Plex Sans"/>
                  <a:cs typeface="IBM Plex Sans"/>
                  <a:sym typeface="IBM Plex Sans"/>
                </a:endParaRPr>
              </a:p>
            </p:txBody>
          </p:sp>
          <p:sp>
            <p:nvSpPr>
              <p:cNvPr id="884" name="Google Shape;884;p85"/>
              <p:cNvSpPr txBox="1"/>
              <p:nvPr/>
            </p:nvSpPr>
            <p:spPr>
              <a:xfrm>
                <a:off x="228600" y="571500"/>
                <a:ext cx="46863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FFC490"/>
                    </a:solidFill>
                    <a:latin typeface="IBM Plex Sans"/>
                    <a:ea typeface="IBM Plex Sans"/>
                    <a:cs typeface="IBM Plex Sans"/>
                    <a:sym typeface="IBM Plex Sans"/>
                  </a:rPr>
                  <a:t>• </a:t>
                </a:r>
                <a:r>
                  <a:rPr lang="en" sz="950">
                    <a:solidFill>
                      <a:srgbClr val="FFC490"/>
                    </a:solidFill>
                    <a:latin typeface="IBM Plex Sans"/>
                    <a:ea typeface="IBM Plex Sans"/>
                    <a:cs typeface="IBM Plex Sans"/>
                    <a:sym typeface="IBM Plex Sans"/>
                  </a:rPr>
                  <a:t>Ayushi Dixit</a:t>
                </a:r>
                <a:r>
                  <a:rPr b="0" lang="en" sz="950">
                    <a:solidFill>
                      <a:srgbClr val="FFC490"/>
                    </a:solidFill>
                    <a:latin typeface="IBM Plex Sans"/>
                    <a:ea typeface="IBM Plex Sans"/>
                    <a:cs typeface="IBM Plex Sans"/>
                    <a:sym typeface="IBM Plex Sans"/>
                  </a:rPr>
                  <a:t>— </a:t>
                </a:r>
                <a:r>
                  <a:rPr lang="en" sz="950">
                    <a:solidFill>
                      <a:srgbClr val="FFC490"/>
                    </a:solidFill>
                    <a:latin typeface="IBM Plex Sans"/>
                    <a:ea typeface="IBM Plex Sans"/>
                    <a:cs typeface="IBM Plex Sans"/>
                    <a:sym typeface="IBM Plex Sans"/>
                  </a:rPr>
                  <a:t>G2608390B</a:t>
                </a:r>
                <a:endParaRPr sz="950">
                  <a:solidFill>
                    <a:srgbClr val="FFC490"/>
                  </a:solidFill>
                  <a:latin typeface="IBM Plex Sans"/>
                  <a:ea typeface="IBM Plex Sans"/>
                  <a:cs typeface="IBM Plex Sans"/>
                  <a:sym typeface="IBM Plex Sans"/>
                </a:endParaRPr>
              </a:p>
              <a:p>
                <a:pPr indent="0" lvl="0" marL="0" rtl="0" algn="l">
                  <a:spcBef>
                    <a:spcPts val="450"/>
                  </a:spcBef>
                  <a:spcAft>
                    <a:spcPts val="0"/>
                  </a:spcAft>
                  <a:buNone/>
                </a:pPr>
                <a:r>
                  <a:rPr b="0" lang="en" sz="950">
                    <a:solidFill>
                      <a:srgbClr val="FFC490"/>
                    </a:solidFill>
                    <a:latin typeface="IBM Plex Sans"/>
                    <a:ea typeface="IBM Plex Sans"/>
                    <a:cs typeface="IBM Plex Sans"/>
                    <a:sym typeface="IBM Plex Sans"/>
                  </a:rPr>
                  <a:t>• </a:t>
                </a:r>
                <a:r>
                  <a:rPr lang="en" sz="950">
                    <a:solidFill>
                      <a:srgbClr val="FFC490"/>
                    </a:solidFill>
                    <a:latin typeface="IBM Plex Sans"/>
                    <a:ea typeface="IBM Plex Sans"/>
                    <a:cs typeface="IBM Plex Sans"/>
                    <a:sym typeface="IBM Plex Sans"/>
                  </a:rPr>
                  <a:t>Divyansh Chauhan</a:t>
                </a:r>
                <a:r>
                  <a:rPr b="0" lang="en" sz="950">
                    <a:solidFill>
                      <a:srgbClr val="FFC490"/>
                    </a:solidFill>
                    <a:latin typeface="IBM Plex Sans"/>
                    <a:ea typeface="IBM Plex Sans"/>
                    <a:cs typeface="IBM Plex Sans"/>
                    <a:sym typeface="IBM Plex Sans"/>
                  </a:rPr>
                  <a:t> —</a:t>
                </a:r>
                <a:r>
                  <a:rPr lang="en" sz="950">
                    <a:solidFill>
                      <a:srgbClr val="FFC490"/>
                    </a:solidFill>
                    <a:latin typeface="IBM Plex Sans"/>
                    <a:ea typeface="IBM Plex Sans"/>
                    <a:cs typeface="IBM Plex Sans"/>
                    <a:sym typeface="IBM Plex Sans"/>
                  </a:rPr>
                  <a:t> G2601183C</a:t>
                </a:r>
                <a:endParaRPr b="0" sz="950">
                  <a:solidFill>
                    <a:srgbClr val="FFC490"/>
                  </a:solidFill>
                  <a:latin typeface="IBM Plex Sans"/>
                  <a:ea typeface="IBM Plex Sans"/>
                  <a:cs typeface="IBM Plex Sans"/>
                  <a:sym typeface="IBM Plex Sans"/>
                </a:endParaRPr>
              </a:p>
              <a:p>
                <a:pPr indent="0" lvl="0" marL="0" rtl="0" algn="l">
                  <a:spcBef>
                    <a:spcPts val="450"/>
                  </a:spcBef>
                  <a:spcAft>
                    <a:spcPts val="0"/>
                  </a:spcAft>
                  <a:buNone/>
                </a:pPr>
                <a:r>
                  <a:rPr b="0" lang="en" sz="950">
                    <a:solidFill>
                      <a:srgbClr val="FFC490"/>
                    </a:solidFill>
                    <a:latin typeface="IBM Plex Sans"/>
                    <a:ea typeface="IBM Plex Sans"/>
                    <a:cs typeface="IBM Plex Sans"/>
                    <a:sym typeface="IBM Plex Sans"/>
                  </a:rPr>
                  <a:t>• </a:t>
                </a:r>
                <a:r>
                  <a:rPr lang="en" sz="950">
                    <a:solidFill>
                      <a:srgbClr val="FFC490"/>
                    </a:solidFill>
                    <a:latin typeface="IBM Plex Sans"/>
                    <a:ea typeface="IBM Plex Sans"/>
                    <a:cs typeface="IBM Plex Sans"/>
                    <a:sym typeface="IBM Plex Sans"/>
                  </a:rPr>
                  <a:t>Suhani Singhal </a:t>
                </a:r>
                <a:r>
                  <a:rPr b="0" lang="en" sz="950">
                    <a:solidFill>
                      <a:srgbClr val="FFC490"/>
                    </a:solidFill>
                    <a:latin typeface="IBM Plex Sans"/>
                    <a:ea typeface="IBM Plex Sans"/>
                    <a:cs typeface="IBM Plex Sans"/>
                    <a:sym typeface="IBM Plex Sans"/>
                  </a:rPr>
                  <a:t>— </a:t>
                </a:r>
                <a:r>
                  <a:rPr lang="en" sz="950">
                    <a:solidFill>
                      <a:srgbClr val="FFC490"/>
                    </a:solidFill>
                    <a:latin typeface="IBM Plex Sans"/>
                    <a:ea typeface="IBM Plex Sans"/>
                    <a:cs typeface="IBM Plex Sans"/>
                    <a:sym typeface="IBM Plex Sans"/>
                  </a:rPr>
                  <a:t>G2607395F</a:t>
                </a:r>
                <a:endParaRPr sz="950">
                  <a:solidFill>
                    <a:srgbClr val="FFC490"/>
                  </a:solidFill>
                  <a:latin typeface="IBM Plex Sans"/>
                  <a:ea typeface="IBM Plex Sans"/>
                  <a:cs typeface="IBM Plex Sans"/>
                  <a:sym typeface="IBM Plex Sans"/>
                </a:endParaRPr>
              </a:p>
              <a:p>
                <a:pPr indent="0" lvl="0" marL="0" rtl="0" algn="l">
                  <a:spcBef>
                    <a:spcPts val="450"/>
                  </a:spcBef>
                  <a:spcAft>
                    <a:spcPts val="450"/>
                  </a:spcAft>
                  <a:buNone/>
                </a:pPr>
                <a:r>
                  <a:t/>
                </a:r>
                <a:endParaRPr b="0" sz="950">
                  <a:solidFill>
                    <a:srgbClr val="FFC490"/>
                  </a:solidFill>
                  <a:latin typeface="IBM Plex Sans"/>
                  <a:ea typeface="IBM Plex Sans"/>
                  <a:cs typeface="IBM Plex Sans"/>
                  <a:sym typeface="IBM Plex Sans"/>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6"/>
          <p:cNvSpPr/>
          <p:nvPr/>
        </p:nvSpPr>
        <p:spPr>
          <a:xfrm>
            <a:off x="-476250" y="4228901"/>
            <a:ext cx="3810000" cy="1390800"/>
          </a:xfrm>
          <a:custGeom>
            <a:rect b="b" l="l" r="r" t="t"/>
            <a:pathLst>
              <a:path extrusionOk="0" h="120000" w="120000">
                <a:moveTo>
                  <a:pt x="0" y="29602"/>
                </a:moveTo>
                <a:cubicBezTo>
                  <a:pt x="42386" y="-33089"/>
                  <a:pt x="95276" y="6754"/>
                  <a:pt x="120000" y="120000"/>
                </a:cubicBezTo>
              </a:path>
            </a:pathLst>
          </a:cu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0" name="Google Shape;890;p86"/>
          <p:cNvSpPr/>
          <p:nvPr/>
        </p:nvSpPr>
        <p:spPr>
          <a:xfrm>
            <a:off x="476250" y="3714750"/>
            <a:ext cx="1333500" cy="1333500"/>
          </a:xfrm>
          <a:prstGeom prst="ellipse">
            <a:avLst/>
          </a:pr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891" name="Google Shape;891;p86"/>
          <p:cNvCxnSpPr/>
          <p:nvPr/>
        </p:nvCxnSpPr>
        <p:spPr>
          <a:xfrm>
            <a:off x="0" y="4572000"/>
            <a:ext cx="9144000" cy="0"/>
          </a:xfrm>
          <a:prstGeom prst="straightConnector1">
            <a:avLst/>
          </a:prstGeom>
          <a:solidFill>
            <a:srgbClr val="FFFFFF"/>
          </a:solidFill>
          <a:ln cap="flat" cmpd="sng" w="9525">
            <a:solidFill>
              <a:srgbClr val="F2631F"/>
            </a:solidFill>
            <a:prstDash val="solid"/>
            <a:round/>
            <a:headEnd len="sm" w="sm" type="none"/>
            <a:tailEnd len="sm" w="sm" type="none"/>
          </a:ln>
        </p:spPr>
      </p:cxnSp>
      <p:sp>
        <p:nvSpPr>
          <p:cNvPr id="892" name="Google Shape;892;p86"/>
          <p:cNvSpPr txBox="1"/>
          <p:nvPr/>
        </p:nvSpPr>
        <p:spPr>
          <a:xfrm>
            <a:off x="428625" y="266700"/>
            <a:ext cx="82869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200">
                <a:solidFill>
                  <a:srgbClr val="FFF2ED"/>
                </a:solidFill>
                <a:latin typeface="IBM Plex Sans"/>
                <a:ea typeface="IBM Plex Sans"/>
                <a:cs typeface="IBM Plex Sans"/>
                <a:sym typeface="IBM Plex Sans"/>
              </a:rPr>
              <a:t>Research Question and Datasets</a:t>
            </a:r>
            <a:endParaRPr b="1" i="0" sz="2200">
              <a:solidFill>
                <a:srgbClr val="FFF2ED"/>
              </a:solidFill>
              <a:latin typeface="IBM Plex Sans"/>
              <a:ea typeface="IBM Plex Sans"/>
              <a:cs typeface="IBM Plex Sans"/>
              <a:sym typeface="IBM Plex Sans"/>
            </a:endParaRPr>
          </a:p>
        </p:txBody>
      </p:sp>
      <p:grpSp>
        <p:nvGrpSpPr>
          <p:cNvPr id="893" name="Google Shape;893;p86"/>
          <p:cNvGrpSpPr/>
          <p:nvPr/>
        </p:nvGrpSpPr>
        <p:grpSpPr>
          <a:xfrm>
            <a:off x="428625" y="904875"/>
            <a:ext cx="8286900" cy="619200"/>
            <a:chOff x="0" y="0"/>
            <a:chExt cx="8286900" cy="619200"/>
          </a:xfrm>
        </p:grpSpPr>
        <p:sp>
          <p:nvSpPr>
            <p:cNvPr id="894" name="Google Shape;894;p86"/>
            <p:cNvSpPr/>
            <p:nvPr/>
          </p:nvSpPr>
          <p:spPr>
            <a:xfrm>
              <a:off x="0" y="0"/>
              <a:ext cx="8286900" cy="619200"/>
            </a:xfrm>
            <a:prstGeom prst="roundRect">
              <a:avLst>
                <a:gd fmla="val 12306"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5" name="Google Shape;895;p86"/>
            <p:cNvSpPr txBox="1"/>
            <p:nvPr/>
          </p:nvSpPr>
          <p:spPr>
            <a:xfrm>
              <a:off x="190500" y="114300"/>
              <a:ext cx="7905900" cy="4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1295">
                  <a:solidFill>
                    <a:srgbClr val="49070E"/>
                  </a:solidFill>
                  <a:latin typeface="IBM Plex Sans"/>
                  <a:ea typeface="IBM Plex Sans"/>
                  <a:cs typeface="IBM Plex Sans"/>
                  <a:sym typeface="IBM Plex Sans"/>
                </a:rPr>
                <a:t>What property, location and transaction characteristics are associated with Singapore HDB resale prices and price per square metre?</a:t>
              </a:r>
              <a:endParaRPr b="0" i="1" sz="1295">
                <a:solidFill>
                  <a:srgbClr val="49070E"/>
                </a:solidFill>
                <a:latin typeface="IBM Plex Sans"/>
                <a:ea typeface="IBM Plex Sans"/>
                <a:cs typeface="IBM Plex Sans"/>
                <a:sym typeface="IBM Plex Sans"/>
              </a:endParaRPr>
            </a:p>
          </p:txBody>
        </p:sp>
      </p:grpSp>
      <p:grpSp>
        <p:nvGrpSpPr>
          <p:cNvPr id="896" name="Google Shape;896;p86"/>
          <p:cNvGrpSpPr/>
          <p:nvPr/>
        </p:nvGrpSpPr>
        <p:grpSpPr>
          <a:xfrm>
            <a:off x="428625" y="2047875"/>
            <a:ext cx="8286750" cy="1762200"/>
            <a:chOff x="0" y="0"/>
            <a:chExt cx="8286750" cy="1762200"/>
          </a:xfrm>
        </p:grpSpPr>
        <p:grpSp>
          <p:nvGrpSpPr>
            <p:cNvPr id="897" name="Google Shape;897;p86"/>
            <p:cNvGrpSpPr/>
            <p:nvPr/>
          </p:nvGrpSpPr>
          <p:grpSpPr>
            <a:xfrm>
              <a:off x="0" y="0"/>
              <a:ext cx="4000500" cy="1762200"/>
              <a:chOff x="0" y="0"/>
              <a:chExt cx="4000500" cy="1762200"/>
            </a:xfrm>
          </p:grpSpPr>
          <p:sp>
            <p:nvSpPr>
              <p:cNvPr id="898" name="Google Shape;898;p86"/>
              <p:cNvSpPr/>
              <p:nvPr/>
            </p:nvSpPr>
            <p:spPr>
              <a:xfrm>
                <a:off x="0" y="0"/>
                <a:ext cx="4000500" cy="1762200"/>
              </a:xfrm>
              <a:prstGeom prst="roundRect">
                <a:avLst>
                  <a:gd fmla="val 5403"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9" name="Google Shape;899;p86"/>
              <p:cNvSpPr/>
              <p:nvPr/>
            </p:nvSpPr>
            <p:spPr>
              <a:xfrm>
                <a:off x="0" y="0"/>
                <a:ext cx="4000500" cy="57300"/>
              </a:xfrm>
              <a:prstGeom prst="roundRect">
                <a:avLst>
                  <a:gd fmla="val 50000"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0" name="Google Shape;900;p86"/>
              <p:cNvSpPr txBox="1"/>
              <p:nvPr/>
            </p:nvSpPr>
            <p:spPr>
              <a:xfrm>
                <a:off x="238125" y="190500"/>
                <a:ext cx="3524400" cy="13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500">
                    <a:solidFill>
                      <a:srgbClr val="49070E"/>
                    </a:solidFill>
                    <a:latin typeface="IBM Plex Sans SemiBold"/>
                    <a:ea typeface="IBM Plex Sans SemiBold"/>
                    <a:cs typeface="IBM Plex Sans SemiBold"/>
                    <a:sym typeface="IBM Plex Sans SemiBold"/>
                  </a:rPr>
                  <a:t>HDB Resale Transactions</a:t>
                </a:r>
                <a:endParaRPr b="0" i="0" sz="1500">
                  <a:solidFill>
                    <a:srgbClr val="49070E"/>
                  </a:solidFill>
                  <a:latin typeface="IBM Plex Sans SemiBold"/>
                  <a:ea typeface="IBM Plex Sans SemiBold"/>
                  <a:cs typeface="IBM Plex Sans SemiBold"/>
                  <a:sym typeface="IBM Plex Sans SemiBold"/>
                </a:endParaRPr>
              </a:p>
              <a:p>
                <a:pPr indent="0" lvl="0" marL="0" rtl="0" algn="l">
                  <a:spcBef>
                    <a:spcPts val="300"/>
                  </a:spcBef>
                  <a:spcAft>
                    <a:spcPts val="0"/>
                  </a:spcAft>
                  <a:buNone/>
                </a:pPr>
                <a:r>
                  <a:rPr b="0" i="0" lang="en" sz="1300">
                    <a:solidFill>
                      <a:srgbClr val="F2631F"/>
                    </a:solidFill>
                    <a:latin typeface="IBM Plex Sans Medium"/>
                    <a:ea typeface="IBM Plex Sans Medium"/>
                    <a:cs typeface="IBM Plex Sans Medium"/>
                    <a:sym typeface="IBM Plex Sans Medium"/>
                  </a:rPr>
                  <a:t>240,807 records</a:t>
                </a:r>
                <a:endParaRPr b="0" i="0" sz="1300">
                  <a:solidFill>
                    <a:srgbClr val="49070E"/>
                  </a:solidFill>
                  <a:latin typeface="IBM Plex Sans SemiBold"/>
                  <a:ea typeface="IBM Plex Sans SemiBold"/>
                  <a:cs typeface="IBM Plex Sans SemiBold"/>
                  <a:sym typeface="IBM Plex Sans SemiBold"/>
                </a:endParaRPr>
              </a:p>
              <a:p>
                <a:pPr indent="0" lvl="0" marL="0" rtl="0" algn="l">
                  <a:spcBef>
                    <a:spcPts val="800"/>
                  </a:spcBef>
                  <a:spcAft>
                    <a:spcPts val="0"/>
                  </a:spcAft>
                  <a:buNone/>
                </a:pPr>
                <a:r>
                  <a:rPr b="0" i="0" lang="en" sz="1100">
                    <a:solidFill>
                      <a:srgbClr val="49070E"/>
                    </a:solidFill>
                    <a:latin typeface="IBM Plex Sans"/>
                    <a:ea typeface="IBM Plex Sans"/>
                    <a:cs typeface="IBM Plex Sans"/>
                    <a:sym typeface="IBM Plex Sans"/>
                  </a:rPr>
                  <a:t>Contains key transaction variables including sale price, transaction month, town, flat type, floor area, storey range, and remaining lease duration.</a:t>
                </a:r>
                <a:endParaRPr b="0" i="0" sz="1100">
                  <a:solidFill>
                    <a:srgbClr val="49070E"/>
                  </a:solidFill>
                  <a:latin typeface="IBM Plex Sans SemiBold"/>
                  <a:ea typeface="IBM Plex Sans SemiBold"/>
                  <a:cs typeface="IBM Plex Sans SemiBold"/>
                  <a:sym typeface="IBM Plex Sans SemiBold"/>
                </a:endParaRPr>
              </a:p>
            </p:txBody>
          </p:sp>
        </p:grpSp>
        <p:grpSp>
          <p:nvGrpSpPr>
            <p:cNvPr id="901" name="Google Shape;901;p86"/>
            <p:cNvGrpSpPr/>
            <p:nvPr/>
          </p:nvGrpSpPr>
          <p:grpSpPr>
            <a:xfrm>
              <a:off x="4286250" y="0"/>
              <a:ext cx="4000500" cy="1762200"/>
              <a:chOff x="0" y="0"/>
              <a:chExt cx="4000500" cy="1762200"/>
            </a:xfrm>
          </p:grpSpPr>
          <p:sp>
            <p:nvSpPr>
              <p:cNvPr id="902" name="Google Shape;902;p86"/>
              <p:cNvSpPr/>
              <p:nvPr/>
            </p:nvSpPr>
            <p:spPr>
              <a:xfrm>
                <a:off x="0" y="0"/>
                <a:ext cx="4000500" cy="1762200"/>
              </a:xfrm>
              <a:prstGeom prst="roundRect">
                <a:avLst>
                  <a:gd fmla="val 5403"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3" name="Google Shape;903;p86"/>
              <p:cNvSpPr/>
              <p:nvPr/>
            </p:nvSpPr>
            <p:spPr>
              <a:xfrm>
                <a:off x="0" y="0"/>
                <a:ext cx="4000500" cy="57300"/>
              </a:xfrm>
              <a:prstGeom prst="roundRect">
                <a:avLst>
                  <a:gd fmla="val 50000"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04" name="Google Shape;904;p86"/>
              <p:cNvSpPr txBox="1"/>
              <p:nvPr/>
            </p:nvSpPr>
            <p:spPr>
              <a:xfrm>
                <a:off x="238125" y="190500"/>
                <a:ext cx="3524400" cy="1381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500">
                    <a:solidFill>
                      <a:srgbClr val="49070E"/>
                    </a:solidFill>
                    <a:latin typeface="IBM Plex Sans SemiBold"/>
                    <a:ea typeface="IBM Plex Sans SemiBold"/>
                    <a:cs typeface="IBM Plex Sans SemiBold"/>
                    <a:sym typeface="IBM Plex Sans SemiBold"/>
                  </a:rPr>
                  <a:t>HDB Property Information</a:t>
                </a:r>
                <a:endParaRPr b="0" i="0" sz="1500">
                  <a:solidFill>
                    <a:srgbClr val="49070E"/>
                  </a:solidFill>
                  <a:latin typeface="IBM Plex Sans SemiBold"/>
                  <a:ea typeface="IBM Plex Sans SemiBold"/>
                  <a:cs typeface="IBM Plex Sans SemiBold"/>
                  <a:sym typeface="IBM Plex Sans SemiBold"/>
                </a:endParaRPr>
              </a:p>
              <a:p>
                <a:pPr indent="0" lvl="0" marL="0" rtl="0" algn="l">
                  <a:spcBef>
                    <a:spcPts val="300"/>
                  </a:spcBef>
                  <a:spcAft>
                    <a:spcPts val="0"/>
                  </a:spcAft>
                  <a:buNone/>
                </a:pPr>
                <a:r>
                  <a:rPr b="0" i="0" lang="en" sz="1300">
                    <a:solidFill>
                      <a:srgbClr val="F2631F"/>
                    </a:solidFill>
                    <a:latin typeface="IBM Plex Sans Medium"/>
                    <a:ea typeface="IBM Plex Sans Medium"/>
                    <a:cs typeface="IBM Plex Sans Medium"/>
                    <a:sym typeface="IBM Plex Sans Medium"/>
                  </a:rPr>
                  <a:t>13,357 records</a:t>
                </a:r>
                <a:endParaRPr b="0" i="0" sz="1300">
                  <a:solidFill>
                    <a:srgbClr val="49070E"/>
                  </a:solidFill>
                  <a:latin typeface="IBM Plex Sans SemiBold"/>
                  <a:ea typeface="IBM Plex Sans SemiBold"/>
                  <a:cs typeface="IBM Plex Sans SemiBold"/>
                  <a:sym typeface="IBM Plex Sans SemiBold"/>
                </a:endParaRPr>
              </a:p>
              <a:p>
                <a:pPr indent="0" lvl="0" marL="0" rtl="0" algn="l">
                  <a:spcBef>
                    <a:spcPts val="800"/>
                  </a:spcBef>
                  <a:spcAft>
                    <a:spcPts val="0"/>
                  </a:spcAft>
                  <a:buNone/>
                </a:pPr>
                <a:r>
                  <a:rPr b="0" i="0" lang="en" sz="1100">
                    <a:solidFill>
                      <a:srgbClr val="49070E"/>
                    </a:solidFill>
                    <a:latin typeface="IBM Plex Sans"/>
                    <a:ea typeface="IBM Plex Sans"/>
                    <a:cs typeface="IBM Plex Sans"/>
                    <a:sym typeface="IBM Plex Sans"/>
                  </a:rPr>
                  <a:t>Contains block-level information including block and street, completion year, residential indicators and dwelling-unit counts.</a:t>
                </a:r>
                <a:endParaRPr b="0" i="0" sz="1100">
                  <a:solidFill>
                    <a:srgbClr val="49070E"/>
                  </a:solidFill>
                  <a:latin typeface="IBM Plex Sans SemiBold"/>
                  <a:ea typeface="IBM Plex Sans SemiBold"/>
                  <a:cs typeface="IBM Plex Sans SemiBold"/>
                  <a:sym typeface="IBM Plex Sans SemiBold"/>
                </a:endParaRPr>
              </a:p>
            </p:txBody>
          </p:sp>
        </p:grpSp>
      </p:grpSp>
      <p:sp>
        <p:nvSpPr>
          <p:cNvPr id="905" name="Google Shape;905;p86"/>
          <p:cNvSpPr txBox="1"/>
          <p:nvPr/>
        </p:nvSpPr>
        <p:spPr>
          <a:xfrm>
            <a:off x="428625" y="4714875"/>
            <a:ext cx="8286900" cy="238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900">
                <a:solidFill>
                  <a:srgbClr val="FFF2ED"/>
                </a:solidFill>
                <a:latin typeface="IBM Plex Sans"/>
                <a:ea typeface="IBM Plex Sans"/>
                <a:cs typeface="IBM Plex Sans"/>
                <a:sym typeface="IBM Plex Sans"/>
              </a:rPr>
              <a:t>Source: Singapore Government Data, data.gov.sg | Period: January 2017 to September 2026</a:t>
            </a:r>
            <a:endParaRPr b="0" i="0" sz="900">
              <a:solidFill>
                <a:srgbClr val="FFF2ED"/>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9070E"/>
        </a:solidFill>
      </p:bgPr>
    </p:bg>
    <p:spTree>
      <p:nvGrpSpPr>
        <p:cNvPr id="909" name="Shape 909"/>
        <p:cNvGrpSpPr/>
        <p:nvPr/>
      </p:nvGrpSpPr>
      <p:grpSpPr>
        <a:xfrm>
          <a:off x="0" y="0"/>
          <a:ext cx="0" cy="0"/>
          <a:chOff x="0" y="0"/>
          <a:chExt cx="0" cy="0"/>
        </a:xfrm>
      </p:grpSpPr>
      <p:sp>
        <p:nvSpPr>
          <p:cNvPr id="910" name="Google Shape;910;p87"/>
          <p:cNvSpPr/>
          <p:nvPr/>
        </p:nvSpPr>
        <p:spPr>
          <a:xfrm>
            <a:off x="-476250" y="3838575"/>
            <a:ext cx="4286400" cy="1771800"/>
          </a:xfrm>
          <a:custGeom>
            <a:rect b="b" l="l" r="r" t="t"/>
            <a:pathLst>
              <a:path extrusionOk="0" h="120000" w="120000">
                <a:moveTo>
                  <a:pt x="0" y="49677"/>
                </a:moveTo>
                <a:cubicBezTo>
                  <a:pt x="50933" y="0"/>
                  <a:pt x="97867" y="30968"/>
                  <a:pt x="120000" y="120000"/>
                </a:cubicBezTo>
              </a:path>
            </a:pathLst>
          </a:cu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1" name="Google Shape;911;p87"/>
          <p:cNvSpPr/>
          <p:nvPr/>
        </p:nvSpPr>
        <p:spPr>
          <a:xfrm>
            <a:off x="476250" y="3714750"/>
            <a:ext cx="1333500" cy="1333500"/>
          </a:xfrm>
          <a:prstGeom prst="ellipse">
            <a:avLst/>
          </a:pr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12" name="Google Shape;912;p87"/>
          <p:cNvCxnSpPr/>
          <p:nvPr/>
        </p:nvCxnSpPr>
        <p:spPr>
          <a:xfrm>
            <a:off x="0" y="4572000"/>
            <a:ext cx="9144000" cy="0"/>
          </a:xfrm>
          <a:prstGeom prst="straightConnector1">
            <a:avLst/>
          </a:prstGeom>
          <a:solidFill>
            <a:srgbClr val="FFFFFF"/>
          </a:solidFill>
          <a:ln cap="flat" cmpd="sng" w="9525">
            <a:solidFill>
              <a:srgbClr val="F2631F"/>
            </a:solidFill>
            <a:prstDash val="solid"/>
            <a:round/>
            <a:headEnd len="sm" w="sm" type="none"/>
            <a:tailEnd len="sm" w="sm" type="none"/>
          </a:ln>
        </p:spPr>
      </p:cxnSp>
      <p:sp>
        <p:nvSpPr>
          <p:cNvPr id="913" name="Google Shape;913;p87"/>
          <p:cNvSpPr txBox="1"/>
          <p:nvPr/>
        </p:nvSpPr>
        <p:spPr>
          <a:xfrm>
            <a:off x="428625" y="304800"/>
            <a:ext cx="8286900" cy="428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2200">
                <a:solidFill>
                  <a:srgbClr val="FFF2ED"/>
                </a:solidFill>
                <a:latin typeface="IBM Plex Sans"/>
                <a:ea typeface="IBM Plex Sans"/>
                <a:cs typeface="IBM Plex Sans"/>
                <a:sym typeface="IBM Plex Sans"/>
              </a:rPr>
              <a:t>Database-Driven Workflow</a:t>
            </a:r>
            <a:endParaRPr b="1" i="0" sz="2200">
              <a:solidFill>
                <a:srgbClr val="FFF2ED"/>
              </a:solidFill>
              <a:latin typeface="IBM Plex Sans"/>
              <a:ea typeface="IBM Plex Sans"/>
              <a:cs typeface="IBM Plex Sans"/>
              <a:sym typeface="IBM Plex Sans"/>
            </a:endParaRPr>
          </a:p>
        </p:txBody>
      </p:sp>
      <p:grpSp>
        <p:nvGrpSpPr>
          <p:cNvPr id="914" name="Google Shape;914;p87"/>
          <p:cNvGrpSpPr/>
          <p:nvPr/>
        </p:nvGrpSpPr>
        <p:grpSpPr>
          <a:xfrm>
            <a:off x="428625" y="809625"/>
            <a:ext cx="1714500" cy="1238400"/>
            <a:chOff x="0" y="0"/>
            <a:chExt cx="1714500" cy="1238400"/>
          </a:xfrm>
        </p:grpSpPr>
        <p:sp>
          <p:nvSpPr>
            <p:cNvPr id="915" name="Google Shape;915;p87"/>
            <p:cNvSpPr/>
            <p:nvPr/>
          </p:nvSpPr>
          <p:spPr>
            <a:xfrm>
              <a:off x="0" y="0"/>
              <a:ext cx="17145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6" name="Google Shape;916;p87"/>
            <p:cNvSpPr txBox="1"/>
            <p:nvPr/>
          </p:nvSpPr>
          <p:spPr>
            <a:xfrm>
              <a:off x="142875" y="140589"/>
              <a:ext cx="1428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cloud_download</a:t>
              </a:r>
              <a:endParaRPr sz="1800">
                <a:solidFill>
                  <a:srgbClr val="F2631F"/>
                </a:solidFill>
                <a:latin typeface="Material Icons"/>
                <a:ea typeface="Material Icons"/>
                <a:cs typeface="Material Icons"/>
                <a:sym typeface="Material Icons"/>
              </a:endParaRPr>
            </a:p>
          </p:txBody>
        </p:sp>
        <p:sp>
          <p:nvSpPr>
            <p:cNvPr id="917" name="Google Shape;917;p87"/>
            <p:cNvSpPr txBox="1"/>
            <p:nvPr/>
          </p:nvSpPr>
          <p:spPr>
            <a:xfrm>
              <a:off x="142875" y="400050"/>
              <a:ext cx="1428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01</a:t>
              </a:r>
              <a:endParaRPr b="1" sz="800">
                <a:solidFill>
                  <a:srgbClr val="F2631F"/>
                </a:solidFill>
                <a:latin typeface="IBM Plex Sans"/>
                <a:ea typeface="IBM Plex Sans"/>
                <a:cs typeface="IBM Plex Sans"/>
                <a:sym typeface="IBM Plex Sans"/>
              </a:endParaRPr>
            </a:p>
          </p:txBody>
        </p:sp>
        <p:sp>
          <p:nvSpPr>
            <p:cNvPr id="918" name="Google Shape;918;p87"/>
            <p:cNvSpPr txBox="1"/>
            <p:nvPr/>
          </p:nvSpPr>
          <p:spPr>
            <a:xfrm>
              <a:off x="142875" y="571500"/>
              <a:ext cx="1428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Data.gov.sg</a:t>
              </a:r>
              <a:endParaRPr b="0" sz="1000">
                <a:solidFill>
                  <a:srgbClr val="49070E"/>
                </a:solidFill>
                <a:latin typeface="IBM Plex Sans SemiBold"/>
                <a:ea typeface="IBM Plex Sans SemiBold"/>
                <a:cs typeface="IBM Plex Sans SemiBold"/>
                <a:sym typeface="IBM Plex Sans SemiBold"/>
              </a:endParaRPr>
            </a:p>
          </p:txBody>
        </p:sp>
        <p:sp>
          <p:nvSpPr>
            <p:cNvPr id="919" name="Google Shape;919;p87"/>
            <p:cNvSpPr txBox="1"/>
            <p:nvPr/>
          </p:nvSpPr>
          <p:spPr>
            <a:xfrm>
              <a:off x="142875" y="800100"/>
              <a:ext cx="1428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HDB source datasets</a:t>
              </a:r>
              <a:endParaRPr b="0" sz="850">
                <a:solidFill>
                  <a:srgbClr val="7A4B4E"/>
                </a:solidFill>
                <a:latin typeface="IBM Plex Sans"/>
                <a:ea typeface="IBM Plex Sans"/>
                <a:cs typeface="IBM Plex Sans"/>
                <a:sym typeface="IBM Plex Sans"/>
              </a:endParaRPr>
            </a:p>
          </p:txBody>
        </p:sp>
      </p:grpSp>
      <p:pic>
        <p:nvPicPr>
          <p:cNvPr id="920" name="Google Shape;920;p87"/>
          <p:cNvPicPr preferRelativeResize="0"/>
          <p:nvPr/>
        </p:nvPicPr>
        <p:blipFill rotWithShape="1">
          <a:blip r:embed="rId3">
            <a:alphaModFix/>
          </a:blip>
          <a:srcRect b="0" l="0" r="0" t="0"/>
          <a:stretch/>
        </p:blipFill>
        <p:spPr>
          <a:xfrm>
            <a:off x="2219325" y="1381125"/>
            <a:ext cx="252300" cy="95400"/>
          </a:xfrm>
          <a:prstGeom prst="rect">
            <a:avLst/>
          </a:prstGeom>
          <a:noFill/>
          <a:ln>
            <a:noFill/>
          </a:ln>
        </p:spPr>
      </p:pic>
      <p:grpSp>
        <p:nvGrpSpPr>
          <p:cNvPr id="921" name="Google Shape;921;p87"/>
          <p:cNvGrpSpPr/>
          <p:nvPr/>
        </p:nvGrpSpPr>
        <p:grpSpPr>
          <a:xfrm>
            <a:off x="2524125" y="809625"/>
            <a:ext cx="1714500" cy="1238400"/>
            <a:chOff x="0" y="0"/>
            <a:chExt cx="1714500" cy="1238400"/>
          </a:xfrm>
        </p:grpSpPr>
        <p:sp>
          <p:nvSpPr>
            <p:cNvPr id="922" name="Google Shape;922;p87"/>
            <p:cNvSpPr/>
            <p:nvPr/>
          </p:nvSpPr>
          <p:spPr>
            <a:xfrm>
              <a:off x="0" y="0"/>
              <a:ext cx="17145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3" name="Google Shape;923;p87"/>
            <p:cNvSpPr txBox="1"/>
            <p:nvPr/>
          </p:nvSpPr>
          <p:spPr>
            <a:xfrm>
              <a:off x="142875" y="140589"/>
              <a:ext cx="1428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code</a:t>
              </a:r>
              <a:endParaRPr sz="1800">
                <a:solidFill>
                  <a:srgbClr val="F2631F"/>
                </a:solidFill>
                <a:latin typeface="Material Icons"/>
                <a:ea typeface="Material Icons"/>
                <a:cs typeface="Material Icons"/>
                <a:sym typeface="Material Icons"/>
              </a:endParaRPr>
            </a:p>
          </p:txBody>
        </p:sp>
        <p:sp>
          <p:nvSpPr>
            <p:cNvPr id="924" name="Google Shape;924;p87"/>
            <p:cNvSpPr txBox="1"/>
            <p:nvPr/>
          </p:nvSpPr>
          <p:spPr>
            <a:xfrm>
              <a:off x="142875" y="400050"/>
              <a:ext cx="1428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02</a:t>
              </a:r>
              <a:endParaRPr b="1" sz="800">
                <a:solidFill>
                  <a:srgbClr val="F2631F"/>
                </a:solidFill>
                <a:latin typeface="IBM Plex Sans"/>
                <a:ea typeface="IBM Plex Sans"/>
                <a:cs typeface="IBM Plex Sans"/>
                <a:sym typeface="IBM Plex Sans"/>
              </a:endParaRPr>
            </a:p>
          </p:txBody>
        </p:sp>
        <p:sp>
          <p:nvSpPr>
            <p:cNvPr id="925" name="Google Shape;925;p87"/>
            <p:cNvSpPr txBox="1"/>
            <p:nvPr/>
          </p:nvSpPr>
          <p:spPr>
            <a:xfrm>
              <a:off x="142875" y="571500"/>
              <a:ext cx="1428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Python Preprocessing</a:t>
              </a:r>
              <a:endParaRPr b="0" sz="1000">
                <a:solidFill>
                  <a:srgbClr val="49070E"/>
                </a:solidFill>
                <a:latin typeface="IBM Plex Sans SemiBold"/>
                <a:ea typeface="IBM Plex Sans SemiBold"/>
                <a:cs typeface="IBM Plex Sans SemiBold"/>
                <a:sym typeface="IBM Plex Sans SemiBold"/>
              </a:endParaRPr>
            </a:p>
          </p:txBody>
        </p:sp>
        <p:sp>
          <p:nvSpPr>
            <p:cNvPr id="926" name="Google Shape;926;p87"/>
            <p:cNvSpPr txBox="1"/>
            <p:nvPr/>
          </p:nvSpPr>
          <p:spPr>
            <a:xfrm>
              <a:off x="142875" y="800100"/>
              <a:ext cx="1428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Clean, standardise and validate</a:t>
              </a:r>
              <a:endParaRPr b="0" sz="850">
                <a:solidFill>
                  <a:srgbClr val="7A4B4E"/>
                </a:solidFill>
                <a:latin typeface="IBM Plex Sans"/>
                <a:ea typeface="IBM Plex Sans"/>
                <a:cs typeface="IBM Plex Sans"/>
                <a:sym typeface="IBM Plex Sans"/>
              </a:endParaRPr>
            </a:p>
          </p:txBody>
        </p:sp>
      </p:grpSp>
      <p:pic>
        <p:nvPicPr>
          <p:cNvPr id="927" name="Google Shape;927;p87"/>
          <p:cNvPicPr preferRelativeResize="0"/>
          <p:nvPr/>
        </p:nvPicPr>
        <p:blipFill rotWithShape="1">
          <a:blip r:embed="rId3">
            <a:alphaModFix/>
          </a:blip>
          <a:srcRect b="0" l="0" r="0" t="0"/>
          <a:stretch/>
        </p:blipFill>
        <p:spPr>
          <a:xfrm>
            <a:off x="4314825" y="1381125"/>
            <a:ext cx="252300" cy="95400"/>
          </a:xfrm>
          <a:prstGeom prst="rect">
            <a:avLst/>
          </a:prstGeom>
          <a:noFill/>
          <a:ln>
            <a:noFill/>
          </a:ln>
        </p:spPr>
      </p:pic>
      <p:grpSp>
        <p:nvGrpSpPr>
          <p:cNvPr id="928" name="Google Shape;928;p87"/>
          <p:cNvGrpSpPr/>
          <p:nvPr/>
        </p:nvGrpSpPr>
        <p:grpSpPr>
          <a:xfrm>
            <a:off x="4619625" y="809625"/>
            <a:ext cx="1714500" cy="1238400"/>
            <a:chOff x="0" y="0"/>
            <a:chExt cx="1714500" cy="1238400"/>
          </a:xfrm>
        </p:grpSpPr>
        <p:sp>
          <p:nvSpPr>
            <p:cNvPr id="929" name="Google Shape;929;p87"/>
            <p:cNvSpPr/>
            <p:nvPr/>
          </p:nvSpPr>
          <p:spPr>
            <a:xfrm>
              <a:off x="0" y="0"/>
              <a:ext cx="17145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0" name="Google Shape;930;p87"/>
            <p:cNvSpPr txBox="1"/>
            <p:nvPr/>
          </p:nvSpPr>
          <p:spPr>
            <a:xfrm>
              <a:off x="142875" y="140589"/>
              <a:ext cx="1428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dns</a:t>
              </a:r>
              <a:endParaRPr sz="1800">
                <a:solidFill>
                  <a:srgbClr val="F2631F"/>
                </a:solidFill>
                <a:latin typeface="Material Icons"/>
                <a:ea typeface="Material Icons"/>
                <a:cs typeface="Material Icons"/>
                <a:sym typeface="Material Icons"/>
              </a:endParaRPr>
            </a:p>
          </p:txBody>
        </p:sp>
        <p:sp>
          <p:nvSpPr>
            <p:cNvPr id="931" name="Google Shape;931;p87"/>
            <p:cNvSpPr txBox="1"/>
            <p:nvPr/>
          </p:nvSpPr>
          <p:spPr>
            <a:xfrm>
              <a:off x="142875" y="400050"/>
              <a:ext cx="1428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03</a:t>
              </a:r>
              <a:endParaRPr b="1" sz="800">
                <a:solidFill>
                  <a:srgbClr val="F2631F"/>
                </a:solidFill>
                <a:latin typeface="IBM Plex Sans"/>
                <a:ea typeface="IBM Plex Sans"/>
                <a:cs typeface="IBM Plex Sans"/>
                <a:sym typeface="IBM Plex Sans"/>
              </a:endParaRPr>
            </a:p>
          </p:txBody>
        </p:sp>
        <p:sp>
          <p:nvSpPr>
            <p:cNvPr id="932" name="Google Shape;932;p87"/>
            <p:cNvSpPr txBox="1"/>
            <p:nvPr/>
          </p:nvSpPr>
          <p:spPr>
            <a:xfrm>
              <a:off x="142875" y="571500"/>
              <a:ext cx="1428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Staging Schema</a:t>
              </a:r>
              <a:endParaRPr b="0" sz="1000">
                <a:solidFill>
                  <a:srgbClr val="49070E"/>
                </a:solidFill>
                <a:latin typeface="IBM Plex Sans SemiBold"/>
                <a:ea typeface="IBM Plex Sans SemiBold"/>
                <a:cs typeface="IBM Plex Sans SemiBold"/>
                <a:sym typeface="IBM Plex Sans SemiBold"/>
              </a:endParaRPr>
            </a:p>
          </p:txBody>
        </p:sp>
        <p:sp>
          <p:nvSpPr>
            <p:cNvPr id="933" name="Google Shape;933;p87"/>
            <p:cNvSpPr txBox="1"/>
            <p:nvPr/>
          </p:nvSpPr>
          <p:spPr>
            <a:xfrm>
              <a:off x="142875" y="800100"/>
              <a:ext cx="1428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Load processed source data</a:t>
              </a:r>
              <a:endParaRPr b="0" sz="850">
                <a:solidFill>
                  <a:srgbClr val="7A4B4E"/>
                </a:solidFill>
                <a:latin typeface="IBM Plex Sans"/>
                <a:ea typeface="IBM Plex Sans"/>
                <a:cs typeface="IBM Plex Sans"/>
                <a:sym typeface="IBM Plex Sans"/>
              </a:endParaRPr>
            </a:p>
          </p:txBody>
        </p:sp>
      </p:grpSp>
      <p:pic>
        <p:nvPicPr>
          <p:cNvPr id="934" name="Google Shape;934;p87"/>
          <p:cNvPicPr preferRelativeResize="0"/>
          <p:nvPr/>
        </p:nvPicPr>
        <p:blipFill rotWithShape="1">
          <a:blip r:embed="rId3">
            <a:alphaModFix/>
          </a:blip>
          <a:srcRect b="0" l="0" r="0" t="0"/>
          <a:stretch/>
        </p:blipFill>
        <p:spPr>
          <a:xfrm>
            <a:off x="6410325" y="1381125"/>
            <a:ext cx="252300" cy="95400"/>
          </a:xfrm>
          <a:prstGeom prst="rect">
            <a:avLst/>
          </a:prstGeom>
          <a:noFill/>
          <a:ln>
            <a:noFill/>
          </a:ln>
        </p:spPr>
      </p:pic>
      <p:grpSp>
        <p:nvGrpSpPr>
          <p:cNvPr id="935" name="Google Shape;935;p87"/>
          <p:cNvGrpSpPr/>
          <p:nvPr/>
        </p:nvGrpSpPr>
        <p:grpSpPr>
          <a:xfrm>
            <a:off x="6715125" y="809625"/>
            <a:ext cx="1714500" cy="1238400"/>
            <a:chOff x="0" y="0"/>
            <a:chExt cx="1714500" cy="1238400"/>
          </a:xfrm>
        </p:grpSpPr>
        <p:sp>
          <p:nvSpPr>
            <p:cNvPr id="936" name="Google Shape;936;p87"/>
            <p:cNvSpPr/>
            <p:nvPr/>
          </p:nvSpPr>
          <p:spPr>
            <a:xfrm>
              <a:off x="0" y="0"/>
              <a:ext cx="17145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7" name="Google Shape;937;p87"/>
            <p:cNvSpPr txBox="1"/>
            <p:nvPr/>
          </p:nvSpPr>
          <p:spPr>
            <a:xfrm>
              <a:off x="142875" y="140589"/>
              <a:ext cx="14289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storage</a:t>
              </a:r>
              <a:endParaRPr sz="1800">
                <a:solidFill>
                  <a:srgbClr val="F2631F"/>
                </a:solidFill>
                <a:latin typeface="Material Icons"/>
                <a:ea typeface="Material Icons"/>
                <a:cs typeface="Material Icons"/>
                <a:sym typeface="Material Icons"/>
              </a:endParaRPr>
            </a:p>
          </p:txBody>
        </p:sp>
        <p:sp>
          <p:nvSpPr>
            <p:cNvPr id="938" name="Google Shape;938;p87"/>
            <p:cNvSpPr txBox="1"/>
            <p:nvPr/>
          </p:nvSpPr>
          <p:spPr>
            <a:xfrm>
              <a:off x="142875" y="400050"/>
              <a:ext cx="1428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04</a:t>
              </a:r>
              <a:endParaRPr b="1" sz="800">
                <a:solidFill>
                  <a:srgbClr val="F2631F"/>
                </a:solidFill>
                <a:latin typeface="IBM Plex Sans"/>
                <a:ea typeface="IBM Plex Sans"/>
                <a:cs typeface="IBM Plex Sans"/>
                <a:sym typeface="IBM Plex Sans"/>
              </a:endParaRPr>
            </a:p>
          </p:txBody>
        </p:sp>
        <p:sp>
          <p:nvSpPr>
            <p:cNvPr id="939" name="Google Shape;939;p87"/>
            <p:cNvSpPr txBox="1"/>
            <p:nvPr/>
          </p:nvSpPr>
          <p:spPr>
            <a:xfrm>
              <a:off x="142875" y="571500"/>
              <a:ext cx="14289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Core Schema</a:t>
              </a:r>
              <a:endParaRPr b="0" sz="1000">
                <a:solidFill>
                  <a:srgbClr val="49070E"/>
                </a:solidFill>
                <a:latin typeface="IBM Plex Sans SemiBold"/>
                <a:ea typeface="IBM Plex Sans SemiBold"/>
                <a:cs typeface="IBM Plex Sans SemiBold"/>
                <a:sym typeface="IBM Plex Sans SemiBold"/>
              </a:endParaRPr>
            </a:p>
          </p:txBody>
        </p:sp>
        <p:sp>
          <p:nvSpPr>
            <p:cNvPr id="940" name="Google Shape;940;p87"/>
            <p:cNvSpPr txBox="1"/>
            <p:nvPr/>
          </p:nvSpPr>
          <p:spPr>
            <a:xfrm>
              <a:off x="142875" y="800100"/>
              <a:ext cx="1428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Store normalized relational tables</a:t>
              </a:r>
              <a:endParaRPr b="0" sz="850">
                <a:solidFill>
                  <a:srgbClr val="7A4B4E"/>
                </a:solidFill>
                <a:latin typeface="IBM Plex Sans"/>
                <a:ea typeface="IBM Plex Sans"/>
                <a:cs typeface="IBM Plex Sans"/>
                <a:sym typeface="IBM Plex Sans"/>
              </a:endParaRPr>
            </a:p>
          </p:txBody>
        </p:sp>
      </p:grpSp>
      <p:pic>
        <p:nvPicPr>
          <p:cNvPr id="941" name="Google Shape;941;p87"/>
          <p:cNvPicPr preferRelativeResize="0"/>
          <p:nvPr/>
        </p:nvPicPr>
        <p:blipFill rotWithShape="1">
          <a:blip r:embed="rId4">
            <a:alphaModFix/>
          </a:blip>
          <a:srcRect b="0" l="0" r="0" t="0"/>
          <a:stretch/>
        </p:blipFill>
        <p:spPr>
          <a:xfrm>
            <a:off x="1238250" y="2124075"/>
            <a:ext cx="6343800" cy="385800"/>
          </a:xfrm>
          <a:prstGeom prst="rect">
            <a:avLst/>
          </a:prstGeom>
          <a:noFill/>
          <a:ln>
            <a:noFill/>
          </a:ln>
        </p:spPr>
      </p:pic>
      <p:grpSp>
        <p:nvGrpSpPr>
          <p:cNvPr id="942" name="Google Shape;942;p87"/>
          <p:cNvGrpSpPr/>
          <p:nvPr/>
        </p:nvGrpSpPr>
        <p:grpSpPr>
          <a:xfrm>
            <a:off x="428625" y="2571750"/>
            <a:ext cx="2381400" cy="1238400"/>
            <a:chOff x="0" y="0"/>
            <a:chExt cx="2381400" cy="1238400"/>
          </a:xfrm>
        </p:grpSpPr>
        <p:sp>
          <p:nvSpPr>
            <p:cNvPr id="943" name="Google Shape;943;p87"/>
            <p:cNvSpPr/>
            <p:nvPr/>
          </p:nvSpPr>
          <p:spPr>
            <a:xfrm>
              <a:off x="0" y="0"/>
              <a:ext cx="23814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4" name="Google Shape;944;p87"/>
            <p:cNvSpPr txBox="1"/>
            <p:nvPr/>
          </p:nvSpPr>
          <p:spPr>
            <a:xfrm>
              <a:off x="142875" y="140589"/>
              <a:ext cx="2095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table_chart</a:t>
              </a:r>
              <a:endParaRPr sz="1800">
                <a:solidFill>
                  <a:srgbClr val="F2631F"/>
                </a:solidFill>
                <a:latin typeface="Material Icons"/>
                <a:ea typeface="Material Icons"/>
                <a:cs typeface="Material Icons"/>
                <a:sym typeface="Material Icons"/>
              </a:endParaRPr>
            </a:p>
          </p:txBody>
        </p:sp>
        <p:sp>
          <p:nvSpPr>
            <p:cNvPr id="945" name="Google Shape;945;p87"/>
            <p:cNvSpPr txBox="1"/>
            <p:nvPr/>
          </p:nvSpPr>
          <p:spPr>
            <a:xfrm>
              <a:off x="142875" y="4000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05</a:t>
              </a:r>
              <a:endParaRPr b="1" sz="800">
                <a:solidFill>
                  <a:srgbClr val="F2631F"/>
                </a:solidFill>
                <a:latin typeface="IBM Plex Sans"/>
                <a:ea typeface="IBM Plex Sans"/>
                <a:cs typeface="IBM Plex Sans"/>
                <a:sym typeface="IBM Plex Sans"/>
              </a:endParaRPr>
            </a:p>
          </p:txBody>
        </p:sp>
        <p:sp>
          <p:nvSpPr>
            <p:cNvPr id="946" name="Google Shape;946;p87"/>
            <p:cNvSpPr txBox="1"/>
            <p:nvPr/>
          </p:nvSpPr>
          <p:spPr>
            <a:xfrm>
              <a:off x="142875" y="571500"/>
              <a:ext cx="20955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Analytics View</a:t>
              </a:r>
              <a:endParaRPr b="0" sz="1000">
                <a:solidFill>
                  <a:srgbClr val="49070E"/>
                </a:solidFill>
                <a:latin typeface="IBM Plex Sans SemiBold"/>
                <a:ea typeface="IBM Plex Sans SemiBold"/>
                <a:cs typeface="IBM Plex Sans SemiBold"/>
                <a:sym typeface="IBM Plex Sans SemiBold"/>
              </a:endParaRPr>
            </a:p>
          </p:txBody>
        </p:sp>
        <p:sp>
          <p:nvSpPr>
            <p:cNvPr id="947" name="Google Shape;947;p87"/>
            <p:cNvSpPr txBox="1"/>
            <p:nvPr/>
          </p:nvSpPr>
          <p:spPr>
            <a:xfrm>
              <a:off x="142875" y="800100"/>
              <a:ext cx="2095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analytics.resale_enriched</a:t>
              </a:r>
              <a:endParaRPr b="0" sz="850">
                <a:solidFill>
                  <a:srgbClr val="7A4B4E"/>
                </a:solidFill>
                <a:latin typeface="IBM Plex Sans"/>
                <a:ea typeface="IBM Plex Sans"/>
                <a:cs typeface="IBM Plex Sans"/>
                <a:sym typeface="IBM Plex Sans"/>
              </a:endParaRPr>
            </a:p>
          </p:txBody>
        </p:sp>
      </p:grpSp>
      <p:pic>
        <p:nvPicPr>
          <p:cNvPr id="948" name="Google Shape;948;p87"/>
          <p:cNvPicPr preferRelativeResize="0"/>
          <p:nvPr/>
        </p:nvPicPr>
        <p:blipFill rotWithShape="1">
          <a:blip r:embed="rId5">
            <a:alphaModFix/>
          </a:blip>
          <a:srcRect b="0" l="0" r="0" t="0"/>
          <a:stretch/>
        </p:blipFill>
        <p:spPr>
          <a:xfrm>
            <a:off x="2886075" y="3143250"/>
            <a:ext cx="442800" cy="95400"/>
          </a:xfrm>
          <a:prstGeom prst="rect">
            <a:avLst/>
          </a:prstGeom>
          <a:noFill/>
          <a:ln>
            <a:noFill/>
          </a:ln>
        </p:spPr>
      </p:pic>
      <p:grpSp>
        <p:nvGrpSpPr>
          <p:cNvPr id="949" name="Google Shape;949;p87"/>
          <p:cNvGrpSpPr/>
          <p:nvPr/>
        </p:nvGrpSpPr>
        <p:grpSpPr>
          <a:xfrm>
            <a:off x="3381375" y="2571750"/>
            <a:ext cx="2381400" cy="1238400"/>
            <a:chOff x="0" y="0"/>
            <a:chExt cx="2381400" cy="1238400"/>
          </a:xfrm>
        </p:grpSpPr>
        <p:sp>
          <p:nvSpPr>
            <p:cNvPr id="950" name="Google Shape;950;p87"/>
            <p:cNvSpPr/>
            <p:nvPr/>
          </p:nvSpPr>
          <p:spPr>
            <a:xfrm>
              <a:off x="0" y="0"/>
              <a:ext cx="23814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1" name="Google Shape;951;p87"/>
            <p:cNvSpPr txBox="1"/>
            <p:nvPr/>
          </p:nvSpPr>
          <p:spPr>
            <a:xfrm>
              <a:off x="142875" y="140589"/>
              <a:ext cx="2095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terminal</a:t>
              </a:r>
              <a:endParaRPr sz="1800">
                <a:solidFill>
                  <a:srgbClr val="F2631F"/>
                </a:solidFill>
                <a:latin typeface="Material Icons"/>
                <a:ea typeface="Material Icons"/>
                <a:cs typeface="Material Icons"/>
                <a:sym typeface="Material Icons"/>
              </a:endParaRPr>
            </a:p>
          </p:txBody>
        </p:sp>
        <p:sp>
          <p:nvSpPr>
            <p:cNvPr id="952" name="Google Shape;952;p87"/>
            <p:cNvSpPr txBox="1"/>
            <p:nvPr/>
          </p:nvSpPr>
          <p:spPr>
            <a:xfrm>
              <a:off x="142875" y="4000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06</a:t>
              </a:r>
              <a:endParaRPr b="1" sz="800">
                <a:solidFill>
                  <a:srgbClr val="F2631F"/>
                </a:solidFill>
                <a:latin typeface="IBM Plex Sans"/>
                <a:ea typeface="IBM Plex Sans"/>
                <a:cs typeface="IBM Plex Sans"/>
                <a:sym typeface="IBM Plex Sans"/>
              </a:endParaRPr>
            </a:p>
          </p:txBody>
        </p:sp>
        <p:sp>
          <p:nvSpPr>
            <p:cNvPr id="953" name="Google Shape;953;p87"/>
            <p:cNvSpPr txBox="1"/>
            <p:nvPr/>
          </p:nvSpPr>
          <p:spPr>
            <a:xfrm>
              <a:off x="142875" y="571500"/>
              <a:ext cx="20955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SQL Analysis</a:t>
              </a:r>
              <a:endParaRPr b="0" sz="1000">
                <a:solidFill>
                  <a:srgbClr val="49070E"/>
                </a:solidFill>
                <a:latin typeface="IBM Plex Sans SemiBold"/>
                <a:ea typeface="IBM Plex Sans SemiBold"/>
                <a:cs typeface="IBM Plex Sans SemiBold"/>
                <a:sym typeface="IBM Plex Sans SemiBold"/>
              </a:endParaRPr>
            </a:p>
          </p:txBody>
        </p:sp>
        <p:sp>
          <p:nvSpPr>
            <p:cNvPr id="954" name="Google Shape;954;p87"/>
            <p:cNvSpPr txBox="1"/>
            <p:nvPr/>
          </p:nvSpPr>
          <p:spPr>
            <a:xfrm>
              <a:off x="142875" y="800100"/>
              <a:ext cx="2095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Retrieve analysis-ready data</a:t>
              </a:r>
              <a:endParaRPr b="0" sz="850">
                <a:solidFill>
                  <a:srgbClr val="7A4B4E"/>
                </a:solidFill>
                <a:latin typeface="IBM Plex Sans"/>
                <a:ea typeface="IBM Plex Sans"/>
                <a:cs typeface="IBM Plex Sans"/>
                <a:sym typeface="IBM Plex Sans"/>
              </a:endParaRPr>
            </a:p>
          </p:txBody>
        </p:sp>
      </p:grpSp>
      <p:pic>
        <p:nvPicPr>
          <p:cNvPr id="955" name="Google Shape;955;p87"/>
          <p:cNvPicPr preferRelativeResize="0"/>
          <p:nvPr/>
        </p:nvPicPr>
        <p:blipFill rotWithShape="1">
          <a:blip r:embed="rId5">
            <a:alphaModFix/>
          </a:blip>
          <a:srcRect b="0" l="0" r="0" t="0"/>
          <a:stretch/>
        </p:blipFill>
        <p:spPr>
          <a:xfrm>
            <a:off x="5838825" y="3143250"/>
            <a:ext cx="442800" cy="95400"/>
          </a:xfrm>
          <a:prstGeom prst="rect">
            <a:avLst/>
          </a:prstGeom>
          <a:noFill/>
          <a:ln>
            <a:noFill/>
          </a:ln>
        </p:spPr>
      </p:pic>
      <p:grpSp>
        <p:nvGrpSpPr>
          <p:cNvPr id="956" name="Google Shape;956;p87"/>
          <p:cNvGrpSpPr/>
          <p:nvPr/>
        </p:nvGrpSpPr>
        <p:grpSpPr>
          <a:xfrm>
            <a:off x="6334125" y="2571750"/>
            <a:ext cx="2381400" cy="1238400"/>
            <a:chOff x="0" y="0"/>
            <a:chExt cx="2381400" cy="1238400"/>
          </a:xfrm>
        </p:grpSpPr>
        <p:sp>
          <p:nvSpPr>
            <p:cNvPr id="957" name="Google Shape;957;p87"/>
            <p:cNvSpPr/>
            <p:nvPr/>
          </p:nvSpPr>
          <p:spPr>
            <a:xfrm>
              <a:off x="0" y="0"/>
              <a:ext cx="2381400" cy="1238400"/>
            </a:xfrm>
            <a:prstGeom prst="roundRect">
              <a:avLst>
                <a:gd fmla="val 6153"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8" name="Google Shape;958;p87"/>
            <p:cNvSpPr txBox="1"/>
            <p:nvPr/>
          </p:nvSpPr>
          <p:spPr>
            <a:xfrm>
              <a:off x="142875" y="140589"/>
              <a:ext cx="2095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800">
                  <a:solidFill>
                    <a:srgbClr val="F2631F"/>
                  </a:solidFill>
                  <a:latin typeface="Material Icons"/>
                  <a:ea typeface="Material Icons"/>
                  <a:cs typeface="Material Icons"/>
                  <a:sym typeface="Material Icons"/>
                </a:rPr>
                <a:t>insert_chart</a:t>
              </a:r>
              <a:endParaRPr sz="1800">
                <a:solidFill>
                  <a:srgbClr val="F2631F"/>
                </a:solidFill>
                <a:latin typeface="Material Icons"/>
                <a:ea typeface="Material Icons"/>
                <a:cs typeface="Material Icons"/>
                <a:sym typeface="Material Icons"/>
              </a:endParaRPr>
            </a:p>
          </p:txBody>
        </p:sp>
        <p:sp>
          <p:nvSpPr>
            <p:cNvPr id="959" name="Google Shape;959;p87"/>
            <p:cNvSpPr txBox="1"/>
            <p:nvPr/>
          </p:nvSpPr>
          <p:spPr>
            <a:xfrm>
              <a:off x="142875" y="400050"/>
              <a:ext cx="2095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STAGE 07</a:t>
              </a:r>
              <a:endParaRPr b="1" sz="800">
                <a:solidFill>
                  <a:srgbClr val="F2631F"/>
                </a:solidFill>
                <a:latin typeface="IBM Plex Sans"/>
                <a:ea typeface="IBM Plex Sans"/>
                <a:cs typeface="IBM Plex Sans"/>
                <a:sym typeface="IBM Plex Sans"/>
              </a:endParaRPr>
            </a:p>
          </p:txBody>
        </p:sp>
        <p:sp>
          <p:nvSpPr>
            <p:cNvPr id="960" name="Google Shape;960;p87"/>
            <p:cNvSpPr txBox="1"/>
            <p:nvPr/>
          </p:nvSpPr>
          <p:spPr>
            <a:xfrm>
              <a:off x="142875" y="571500"/>
              <a:ext cx="2095500" cy="2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49070E"/>
                  </a:solidFill>
                  <a:latin typeface="IBM Plex Sans SemiBold"/>
                  <a:ea typeface="IBM Plex Sans SemiBold"/>
                  <a:cs typeface="IBM Plex Sans SemiBold"/>
                  <a:sym typeface="IBM Plex Sans SemiBold"/>
                </a:rPr>
                <a:t>Python Visualisations</a:t>
              </a:r>
              <a:endParaRPr b="0" sz="1000">
                <a:solidFill>
                  <a:srgbClr val="49070E"/>
                </a:solidFill>
                <a:latin typeface="IBM Plex Sans SemiBold"/>
                <a:ea typeface="IBM Plex Sans SemiBold"/>
                <a:cs typeface="IBM Plex Sans SemiBold"/>
                <a:sym typeface="IBM Plex Sans SemiBold"/>
              </a:endParaRPr>
            </a:p>
          </p:txBody>
        </p:sp>
        <p:sp>
          <p:nvSpPr>
            <p:cNvPr id="961" name="Google Shape;961;p87"/>
            <p:cNvSpPr txBox="1"/>
            <p:nvPr/>
          </p:nvSpPr>
          <p:spPr>
            <a:xfrm>
              <a:off x="142875" y="800100"/>
              <a:ext cx="2095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7A4B4E"/>
                  </a:solidFill>
                  <a:latin typeface="IBM Plex Sans"/>
                  <a:ea typeface="IBM Plex Sans"/>
                  <a:cs typeface="IBM Plex Sans"/>
                  <a:sym typeface="IBM Plex Sans"/>
                </a:rPr>
                <a:t>Produce charts and findings</a:t>
              </a:r>
              <a:endParaRPr b="0" sz="850">
                <a:solidFill>
                  <a:srgbClr val="7A4B4E"/>
                </a:solidFill>
                <a:latin typeface="IBM Plex Sans"/>
                <a:ea typeface="IBM Plex Sans"/>
                <a:cs typeface="IBM Plex Sans"/>
                <a:sym typeface="IBM Plex Sans"/>
              </a:endParaRPr>
            </a:p>
          </p:txBody>
        </p:sp>
      </p:grpSp>
      <p:grpSp>
        <p:nvGrpSpPr>
          <p:cNvPr id="962" name="Google Shape;962;p87"/>
          <p:cNvGrpSpPr/>
          <p:nvPr/>
        </p:nvGrpSpPr>
        <p:grpSpPr>
          <a:xfrm>
            <a:off x="428625" y="3981450"/>
            <a:ext cx="8286900" cy="457200"/>
            <a:chOff x="0" y="0"/>
            <a:chExt cx="8286900" cy="457200"/>
          </a:xfrm>
        </p:grpSpPr>
        <p:sp>
          <p:nvSpPr>
            <p:cNvPr id="963" name="Google Shape;963;p87"/>
            <p:cNvSpPr/>
            <p:nvPr/>
          </p:nvSpPr>
          <p:spPr>
            <a:xfrm>
              <a:off x="0" y="0"/>
              <a:ext cx="8286900" cy="457200"/>
            </a:xfrm>
            <a:prstGeom prst="roundRect">
              <a:avLst>
                <a:gd fmla="val 12500"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4" name="Google Shape;964;p87"/>
            <p:cNvSpPr txBox="1"/>
            <p:nvPr/>
          </p:nvSpPr>
          <p:spPr>
            <a:xfrm>
              <a:off x="142875" y="76200"/>
              <a:ext cx="8001000" cy="3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000">
                  <a:solidFill>
                    <a:srgbClr val="49070E"/>
                  </a:solidFill>
                  <a:latin typeface="IBM Plex Sans"/>
                  <a:ea typeface="IBM Plex Sans"/>
                  <a:cs typeface="IBM Plex Sans"/>
                  <a:sym typeface="IBM Plex Sans"/>
                </a:rPr>
                <a:t>After loading, PostgreSQL becomes the only data channel used for analysis. Python retrieves data through SQL instead of reading the original CSV files directly.</a:t>
              </a:r>
              <a:endParaRPr b="0" i="1" sz="1000">
                <a:solidFill>
                  <a:srgbClr val="49070E"/>
                </a:solidFill>
                <a:latin typeface="IBM Plex Sans"/>
                <a:ea typeface="IBM Plex Sans"/>
                <a:cs typeface="IBM Plex Sans"/>
                <a:sym typeface="IBM Plex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9070E"/>
        </a:solidFill>
      </p:bgPr>
    </p:bg>
    <p:spTree>
      <p:nvGrpSpPr>
        <p:cNvPr id="968" name="Shape 968"/>
        <p:cNvGrpSpPr/>
        <p:nvPr/>
      </p:nvGrpSpPr>
      <p:grpSpPr>
        <a:xfrm>
          <a:off x="0" y="0"/>
          <a:ext cx="0" cy="0"/>
          <a:chOff x="0" y="0"/>
          <a:chExt cx="0" cy="0"/>
        </a:xfrm>
      </p:grpSpPr>
      <p:sp>
        <p:nvSpPr>
          <p:cNvPr id="969" name="Google Shape;969;p88"/>
          <p:cNvSpPr/>
          <p:nvPr/>
        </p:nvSpPr>
        <p:spPr>
          <a:xfrm>
            <a:off x="-476250" y="3845399"/>
            <a:ext cx="3810000" cy="1774200"/>
          </a:xfrm>
          <a:custGeom>
            <a:rect b="b" l="l" r="r" t="t"/>
            <a:pathLst>
              <a:path extrusionOk="0" h="120000" w="120000">
                <a:moveTo>
                  <a:pt x="0" y="49142"/>
                </a:moveTo>
                <a:cubicBezTo>
                  <a:pt x="42386" y="0"/>
                  <a:pt x="95276" y="31231"/>
                  <a:pt x="120000" y="120000"/>
                </a:cubicBezTo>
              </a:path>
            </a:pathLst>
          </a:cu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0" name="Google Shape;970;p88"/>
          <p:cNvSpPr/>
          <p:nvPr/>
        </p:nvSpPr>
        <p:spPr>
          <a:xfrm>
            <a:off x="476250" y="3714750"/>
            <a:ext cx="1333500" cy="1333500"/>
          </a:xfrm>
          <a:prstGeom prst="ellipse">
            <a:avLst/>
          </a:pr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971" name="Google Shape;971;p88"/>
          <p:cNvCxnSpPr/>
          <p:nvPr/>
        </p:nvCxnSpPr>
        <p:spPr>
          <a:xfrm>
            <a:off x="0" y="4572000"/>
            <a:ext cx="9144000" cy="0"/>
          </a:xfrm>
          <a:prstGeom prst="straightConnector1">
            <a:avLst/>
          </a:prstGeom>
          <a:solidFill>
            <a:srgbClr val="FFFFFF"/>
          </a:solidFill>
          <a:ln cap="flat" cmpd="sng" w="9525">
            <a:solidFill>
              <a:srgbClr val="F2631F"/>
            </a:solidFill>
            <a:prstDash val="solid"/>
            <a:round/>
            <a:headEnd len="sm" w="sm" type="none"/>
            <a:tailEnd len="sm" w="sm" type="none"/>
          </a:ln>
        </p:spPr>
      </p:cxnSp>
      <p:sp>
        <p:nvSpPr>
          <p:cNvPr id="972" name="Google Shape;972;p88"/>
          <p:cNvSpPr txBox="1"/>
          <p:nvPr/>
        </p:nvSpPr>
        <p:spPr>
          <a:xfrm>
            <a:off x="428625" y="238125"/>
            <a:ext cx="8286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FFF2ED"/>
                </a:solidFill>
                <a:latin typeface="IBM Plex Sans"/>
                <a:ea typeface="IBM Plex Sans"/>
                <a:cs typeface="IBM Plex Sans"/>
                <a:sym typeface="IBM Plex Sans"/>
              </a:rPr>
              <a:t>Data Preprocessing and Validation</a:t>
            </a:r>
            <a:endParaRPr b="1" sz="2000">
              <a:solidFill>
                <a:srgbClr val="FFF2ED"/>
              </a:solidFill>
              <a:latin typeface="IBM Plex Sans"/>
              <a:ea typeface="IBM Plex Sans"/>
              <a:cs typeface="IBM Plex Sans"/>
              <a:sym typeface="IBM Plex Sans"/>
            </a:endParaRPr>
          </a:p>
        </p:txBody>
      </p:sp>
      <p:grpSp>
        <p:nvGrpSpPr>
          <p:cNvPr id="973" name="Google Shape;973;p88"/>
          <p:cNvGrpSpPr/>
          <p:nvPr/>
        </p:nvGrpSpPr>
        <p:grpSpPr>
          <a:xfrm>
            <a:off x="428625" y="619125"/>
            <a:ext cx="4000500" cy="1552725"/>
            <a:chOff x="0" y="0"/>
            <a:chExt cx="4000500" cy="1552725"/>
          </a:xfrm>
        </p:grpSpPr>
        <p:sp>
          <p:nvSpPr>
            <p:cNvPr id="974" name="Google Shape;974;p88"/>
            <p:cNvSpPr txBox="1"/>
            <p:nvPr/>
          </p:nvSpPr>
          <p:spPr>
            <a:xfrm>
              <a:off x="0" y="0"/>
              <a:ext cx="4000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FFF2ED"/>
                  </a:solidFill>
                  <a:latin typeface="IBM Plex Sans SemiBold"/>
                  <a:ea typeface="IBM Plex Sans SemiBold"/>
                  <a:cs typeface="IBM Plex Sans SemiBold"/>
                  <a:sym typeface="IBM Plex Sans SemiBold"/>
                </a:rPr>
                <a:t>Cleaning &amp; Transformation</a:t>
              </a:r>
              <a:endParaRPr b="0" sz="1200">
                <a:solidFill>
                  <a:srgbClr val="FFF2ED"/>
                </a:solidFill>
                <a:latin typeface="IBM Plex Sans SemiBold"/>
                <a:ea typeface="IBM Plex Sans SemiBold"/>
                <a:cs typeface="IBM Plex Sans SemiBold"/>
                <a:sym typeface="IBM Plex Sans SemiBold"/>
              </a:endParaRPr>
            </a:p>
          </p:txBody>
        </p:sp>
        <p:grpSp>
          <p:nvGrpSpPr>
            <p:cNvPr id="975" name="Google Shape;975;p88"/>
            <p:cNvGrpSpPr/>
            <p:nvPr/>
          </p:nvGrpSpPr>
          <p:grpSpPr>
            <a:xfrm>
              <a:off x="0" y="238125"/>
              <a:ext cx="1924200" cy="400200"/>
              <a:chOff x="0" y="0"/>
              <a:chExt cx="1924200" cy="400200"/>
            </a:xfrm>
          </p:grpSpPr>
          <p:sp>
            <p:nvSpPr>
              <p:cNvPr id="976" name="Google Shape;976;p88"/>
              <p:cNvSpPr/>
              <p:nvPr/>
            </p:nvSpPr>
            <p:spPr>
              <a:xfrm>
                <a:off x="0" y="0"/>
                <a:ext cx="19242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7" name="Google Shape;977;p88"/>
              <p:cNvSpPr txBox="1"/>
              <p:nvPr/>
            </p:nvSpPr>
            <p:spPr>
              <a:xfrm>
                <a:off x="76200" y="80518"/>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F2631F"/>
                    </a:solidFill>
                    <a:latin typeface="Material Icons"/>
                    <a:ea typeface="Material Icons"/>
                    <a:cs typeface="Material Icons"/>
                    <a:sym typeface="Material Icons"/>
                  </a:rPr>
                  <a:t>text_format</a:t>
                </a:r>
                <a:endParaRPr sz="1600">
                  <a:solidFill>
                    <a:srgbClr val="F2631F"/>
                  </a:solidFill>
                  <a:latin typeface="Material Icons"/>
                  <a:ea typeface="Material Icons"/>
                  <a:cs typeface="Material Icons"/>
                  <a:sym typeface="Material Icons"/>
                </a:endParaRPr>
              </a:p>
            </p:txBody>
          </p:sp>
          <p:sp>
            <p:nvSpPr>
              <p:cNvPr id="978" name="Google Shape;978;p88"/>
              <p:cNvSpPr txBox="1"/>
              <p:nvPr/>
            </p:nvSpPr>
            <p:spPr>
              <a:xfrm>
                <a:off x="342900" y="38100"/>
                <a:ext cx="1524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Text Formatting</a:t>
                </a:r>
                <a:endParaRPr b="0" sz="680">
                  <a:solidFill>
                    <a:srgbClr val="49070E"/>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Standardised text, capitalisation and whitespace</a:t>
                </a:r>
                <a:endParaRPr b="0" sz="680">
                  <a:solidFill>
                    <a:srgbClr val="7A4B4E"/>
                  </a:solidFill>
                  <a:latin typeface="IBM Plex Sans"/>
                  <a:ea typeface="IBM Plex Sans"/>
                  <a:cs typeface="IBM Plex Sans"/>
                  <a:sym typeface="IBM Plex Sans"/>
                </a:endParaRPr>
              </a:p>
            </p:txBody>
          </p:sp>
        </p:grpSp>
        <p:grpSp>
          <p:nvGrpSpPr>
            <p:cNvPr id="979" name="Google Shape;979;p88"/>
            <p:cNvGrpSpPr/>
            <p:nvPr/>
          </p:nvGrpSpPr>
          <p:grpSpPr>
            <a:xfrm>
              <a:off x="2019300" y="238125"/>
              <a:ext cx="1924200" cy="400200"/>
              <a:chOff x="0" y="0"/>
              <a:chExt cx="1924200" cy="400200"/>
            </a:xfrm>
          </p:grpSpPr>
          <p:sp>
            <p:nvSpPr>
              <p:cNvPr id="980" name="Google Shape;980;p88"/>
              <p:cNvSpPr/>
              <p:nvPr/>
            </p:nvSpPr>
            <p:spPr>
              <a:xfrm>
                <a:off x="0" y="0"/>
                <a:ext cx="19242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1" name="Google Shape;981;p88"/>
              <p:cNvSpPr txBox="1"/>
              <p:nvPr/>
            </p:nvSpPr>
            <p:spPr>
              <a:xfrm>
                <a:off x="76200" y="80518"/>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F2631F"/>
                    </a:solidFill>
                    <a:latin typeface="Material Icons"/>
                    <a:ea typeface="Material Icons"/>
                    <a:cs typeface="Material Icons"/>
                    <a:sym typeface="Material Icons"/>
                  </a:rPr>
                  <a:t>link</a:t>
                </a:r>
                <a:endParaRPr sz="1600">
                  <a:solidFill>
                    <a:srgbClr val="F2631F"/>
                  </a:solidFill>
                  <a:latin typeface="Material Icons"/>
                  <a:ea typeface="Material Icons"/>
                  <a:cs typeface="Material Icons"/>
                  <a:sym typeface="Material Icons"/>
                </a:endParaRPr>
              </a:p>
            </p:txBody>
          </p:sp>
          <p:sp>
            <p:nvSpPr>
              <p:cNvPr id="982" name="Google Shape;982;p88"/>
              <p:cNvSpPr txBox="1"/>
              <p:nvPr/>
            </p:nvSpPr>
            <p:spPr>
              <a:xfrm>
                <a:off x="342900" y="38100"/>
                <a:ext cx="1524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Address Matching</a:t>
                </a:r>
                <a:endParaRPr b="0" sz="680">
                  <a:solidFill>
                    <a:srgbClr val="49070E"/>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Created common address_key for dataset matching</a:t>
                </a:r>
                <a:endParaRPr b="0" sz="680">
                  <a:solidFill>
                    <a:srgbClr val="7A4B4E"/>
                  </a:solidFill>
                  <a:latin typeface="IBM Plex Sans"/>
                  <a:ea typeface="IBM Plex Sans"/>
                  <a:cs typeface="IBM Plex Sans"/>
                  <a:sym typeface="IBM Plex Sans"/>
                </a:endParaRPr>
              </a:p>
            </p:txBody>
          </p:sp>
        </p:grpSp>
        <p:grpSp>
          <p:nvGrpSpPr>
            <p:cNvPr id="983" name="Google Shape;983;p88"/>
            <p:cNvGrpSpPr/>
            <p:nvPr/>
          </p:nvGrpSpPr>
          <p:grpSpPr>
            <a:xfrm>
              <a:off x="0" y="695325"/>
              <a:ext cx="1924200" cy="400200"/>
              <a:chOff x="0" y="0"/>
              <a:chExt cx="1924200" cy="400200"/>
            </a:xfrm>
          </p:grpSpPr>
          <p:sp>
            <p:nvSpPr>
              <p:cNvPr id="984" name="Google Shape;984;p88"/>
              <p:cNvSpPr/>
              <p:nvPr/>
            </p:nvSpPr>
            <p:spPr>
              <a:xfrm>
                <a:off x="0" y="0"/>
                <a:ext cx="19242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5" name="Google Shape;985;p88"/>
              <p:cNvSpPr txBox="1"/>
              <p:nvPr/>
            </p:nvSpPr>
            <p:spPr>
              <a:xfrm>
                <a:off x="76200" y="80518"/>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F2631F"/>
                    </a:solidFill>
                    <a:latin typeface="Material Icons"/>
                    <a:ea typeface="Material Icons"/>
                    <a:cs typeface="Material Icons"/>
                    <a:sym typeface="Material Icons"/>
                  </a:rPr>
                  <a:t>calendar_today</a:t>
                </a:r>
                <a:endParaRPr sz="1600">
                  <a:solidFill>
                    <a:srgbClr val="F2631F"/>
                  </a:solidFill>
                  <a:latin typeface="Material Icons"/>
                  <a:ea typeface="Material Icons"/>
                  <a:cs typeface="Material Icons"/>
                  <a:sym typeface="Material Icons"/>
                </a:endParaRPr>
              </a:p>
            </p:txBody>
          </p:sp>
          <p:sp>
            <p:nvSpPr>
              <p:cNvPr id="986" name="Google Shape;986;p88"/>
              <p:cNvSpPr txBox="1"/>
              <p:nvPr/>
            </p:nvSpPr>
            <p:spPr>
              <a:xfrm>
                <a:off x="342900" y="38100"/>
                <a:ext cx="1524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Date Parsing</a:t>
                </a:r>
                <a:endParaRPr b="0" sz="680">
                  <a:solidFill>
                    <a:srgbClr val="49070E"/>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Converted month into valid database date</a:t>
                </a:r>
                <a:endParaRPr b="0" sz="680">
                  <a:solidFill>
                    <a:srgbClr val="7A4B4E"/>
                  </a:solidFill>
                  <a:latin typeface="IBM Plex Sans"/>
                  <a:ea typeface="IBM Plex Sans"/>
                  <a:cs typeface="IBM Plex Sans"/>
                  <a:sym typeface="IBM Plex Sans"/>
                </a:endParaRPr>
              </a:p>
            </p:txBody>
          </p:sp>
        </p:grpSp>
        <p:grpSp>
          <p:nvGrpSpPr>
            <p:cNvPr id="987" name="Google Shape;987;p88"/>
            <p:cNvGrpSpPr/>
            <p:nvPr/>
          </p:nvGrpSpPr>
          <p:grpSpPr>
            <a:xfrm>
              <a:off x="2019300" y="695325"/>
              <a:ext cx="1924200" cy="400200"/>
              <a:chOff x="0" y="0"/>
              <a:chExt cx="1924200" cy="400200"/>
            </a:xfrm>
          </p:grpSpPr>
          <p:sp>
            <p:nvSpPr>
              <p:cNvPr id="988" name="Google Shape;988;p88"/>
              <p:cNvSpPr/>
              <p:nvPr/>
            </p:nvSpPr>
            <p:spPr>
              <a:xfrm>
                <a:off x="0" y="0"/>
                <a:ext cx="19242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9" name="Google Shape;989;p88"/>
              <p:cNvSpPr txBox="1"/>
              <p:nvPr/>
            </p:nvSpPr>
            <p:spPr>
              <a:xfrm>
                <a:off x="76200" y="80518"/>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F2631F"/>
                    </a:solidFill>
                    <a:latin typeface="Material Icons"/>
                    <a:ea typeface="Material Icons"/>
                    <a:cs typeface="Material Icons"/>
                    <a:sym typeface="Material Icons"/>
                  </a:rPr>
                  <a:t>unfold_more</a:t>
                </a:r>
                <a:endParaRPr sz="1600">
                  <a:solidFill>
                    <a:srgbClr val="F2631F"/>
                  </a:solidFill>
                  <a:latin typeface="Material Icons"/>
                  <a:ea typeface="Material Icons"/>
                  <a:cs typeface="Material Icons"/>
                  <a:sym typeface="Material Icons"/>
                </a:endParaRPr>
              </a:p>
            </p:txBody>
          </p:sp>
          <p:sp>
            <p:nvSpPr>
              <p:cNvPr id="990" name="Google Shape;990;p88"/>
              <p:cNvSpPr txBox="1"/>
              <p:nvPr/>
            </p:nvSpPr>
            <p:spPr>
              <a:xfrm>
                <a:off x="342900" y="38100"/>
                <a:ext cx="1524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Storey Ranges</a:t>
                </a:r>
                <a:endParaRPr b="0" sz="680">
                  <a:solidFill>
                    <a:srgbClr val="49070E"/>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Parsed lower, upper and midpoint values</a:t>
                </a:r>
                <a:endParaRPr b="0" sz="680">
                  <a:solidFill>
                    <a:srgbClr val="7A4B4E"/>
                  </a:solidFill>
                  <a:latin typeface="IBM Plex Sans"/>
                  <a:ea typeface="IBM Plex Sans"/>
                  <a:cs typeface="IBM Plex Sans"/>
                  <a:sym typeface="IBM Plex Sans"/>
                </a:endParaRPr>
              </a:p>
            </p:txBody>
          </p:sp>
        </p:grpSp>
        <p:grpSp>
          <p:nvGrpSpPr>
            <p:cNvPr id="991" name="Google Shape;991;p88"/>
            <p:cNvGrpSpPr/>
            <p:nvPr/>
          </p:nvGrpSpPr>
          <p:grpSpPr>
            <a:xfrm>
              <a:off x="0" y="1152525"/>
              <a:ext cx="1924200" cy="400200"/>
              <a:chOff x="0" y="0"/>
              <a:chExt cx="1924200" cy="400200"/>
            </a:xfrm>
          </p:grpSpPr>
          <p:sp>
            <p:nvSpPr>
              <p:cNvPr id="992" name="Google Shape;992;p88"/>
              <p:cNvSpPr/>
              <p:nvPr/>
            </p:nvSpPr>
            <p:spPr>
              <a:xfrm>
                <a:off x="0" y="0"/>
                <a:ext cx="19242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3" name="Google Shape;993;p88"/>
              <p:cNvSpPr txBox="1"/>
              <p:nvPr/>
            </p:nvSpPr>
            <p:spPr>
              <a:xfrm>
                <a:off x="76200" y="80518"/>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F2631F"/>
                    </a:solidFill>
                    <a:latin typeface="Material Icons"/>
                    <a:ea typeface="Material Icons"/>
                    <a:cs typeface="Material Icons"/>
                    <a:sym typeface="Material Icons"/>
                  </a:rPr>
                  <a:t>schedule</a:t>
                </a:r>
                <a:endParaRPr sz="1600">
                  <a:solidFill>
                    <a:srgbClr val="F2631F"/>
                  </a:solidFill>
                  <a:latin typeface="Material Icons"/>
                  <a:ea typeface="Material Icons"/>
                  <a:cs typeface="Material Icons"/>
                  <a:sym typeface="Material Icons"/>
                </a:endParaRPr>
              </a:p>
            </p:txBody>
          </p:sp>
          <p:sp>
            <p:nvSpPr>
              <p:cNvPr id="994" name="Google Shape;994;p88"/>
              <p:cNvSpPr txBox="1"/>
              <p:nvPr/>
            </p:nvSpPr>
            <p:spPr>
              <a:xfrm>
                <a:off x="342900" y="38100"/>
                <a:ext cx="1524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Lease Duration</a:t>
                </a:r>
                <a:endParaRPr b="0" sz="680">
                  <a:solidFill>
                    <a:srgbClr val="49070E"/>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Converted remaining lease into total months</a:t>
                </a:r>
                <a:endParaRPr b="0" sz="680">
                  <a:solidFill>
                    <a:srgbClr val="7A4B4E"/>
                  </a:solidFill>
                  <a:latin typeface="IBM Plex Sans"/>
                  <a:ea typeface="IBM Plex Sans"/>
                  <a:cs typeface="IBM Plex Sans"/>
                  <a:sym typeface="IBM Plex Sans"/>
                </a:endParaRPr>
              </a:p>
            </p:txBody>
          </p:sp>
        </p:grpSp>
        <p:grpSp>
          <p:nvGrpSpPr>
            <p:cNvPr id="995" name="Google Shape;995;p88"/>
            <p:cNvGrpSpPr/>
            <p:nvPr/>
          </p:nvGrpSpPr>
          <p:grpSpPr>
            <a:xfrm>
              <a:off x="2019300" y="1152525"/>
              <a:ext cx="1924200" cy="400200"/>
              <a:chOff x="0" y="0"/>
              <a:chExt cx="1924200" cy="400200"/>
            </a:xfrm>
          </p:grpSpPr>
          <p:sp>
            <p:nvSpPr>
              <p:cNvPr id="996" name="Google Shape;996;p88"/>
              <p:cNvSpPr/>
              <p:nvPr/>
            </p:nvSpPr>
            <p:spPr>
              <a:xfrm>
                <a:off x="0" y="0"/>
                <a:ext cx="19242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7" name="Google Shape;997;p88"/>
              <p:cNvSpPr txBox="1"/>
              <p:nvPr/>
            </p:nvSpPr>
            <p:spPr>
              <a:xfrm>
                <a:off x="76200" y="80518"/>
                <a:ext cx="2286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rgbClr val="F2631F"/>
                    </a:solidFill>
                    <a:latin typeface="Material Icons"/>
                    <a:ea typeface="Material Icons"/>
                    <a:cs typeface="Material Icons"/>
                    <a:sym typeface="Material Icons"/>
                  </a:rPr>
                  <a:t>toggle_on</a:t>
                </a:r>
                <a:endParaRPr sz="1600">
                  <a:solidFill>
                    <a:srgbClr val="F2631F"/>
                  </a:solidFill>
                  <a:latin typeface="Material Icons"/>
                  <a:ea typeface="Material Icons"/>
                  <a:cs typeface="Material Icons"/>
                  <a:sym typeface="Material Icons"/>
                </a:endParaRPr>
              </a:p>
            </p:txBody>
          </p:sp>
          <p:sp>
            <p:nvSpPr>
              <p:cNvPr id="998" name="Google Shape;998;p88"/>
              <p:cNvSpPr txBox="1"/>
              <p:nvPr/>
            </p:nvSpPr>
            <p:spPr>
              <a:xfrm>
                <a:off x="342900" y="38100"/>
                <a:ext cx="1524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Boolean Indicators</a:t>
                </a:r>
                <a:endParaRPr b="0" sz="680">
                  <a:solidFill>
                    <a:srgbClr val="49070E"/>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Converted property Y/N to Booleans</a:t>
                </a:r>
                <a:endParaRPr b="0" sz="680">
                  <a:solidFill>
                    <a:srgbClr val="7A4B4E"/>
                  </a:solidFill>
                  <a:latin typeface="IBM Plex Sans"/>
                  <a:ea typeface="IBM Plex Sans"/>
                  <a:cs typeface="IBM Plex Sans"/>
                  <a:sym typeface="IBM Plex Sans"/>
                </a:endParaRPr>
              </a:p>
            </p:txBody>
          </p:sp>
        </p:grpSp>
      </p:grpSp>
      <p:grpSp>
        <p:nvGrpSpPr>
          <p:cNvPr id="999" name="Google Shape;999;p88"/>
          <p:cNvGrpSpPr/>
          <p:nvPr/>
        </p:nvGrpSpPr>
        <p:grpSpPr>
          <a:xfrm>
            <a:off x="4714875" y="619125"/>
            <a:ext cx="4000650" cy="1552650"/>
            <a:chOff x="0" y="0"/>
            <a:chExt cx="4000650" cy="1552650"/>
          </a:xfrm>
        </p:grpSpPr>
        <p:sp>
          <p:nvSpPr>
            <p:cNvPr id="1000" name="Google Shape;1000;p88"/>
            <p:cNvSpPr txBox="1"/>
            <p:nvPr/>
          </p:nvSpPr>
          <p:spPr>
            <a:xfrm>
              <a:off x="0" y="0"/>
              <a:ext cx="4000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FFF2ED"/>
                  </a:solidFill>
                  <a:latin typeface="IBM Plex Sans SemiBold"/>
                  <a:ea typeface="IBM Plex Sans SemiBold"/>
                  <a:cs typeface="IBM Plex Sans SemiBold"/>
                  <a:sym typeface="IBM Plex Sans SemiBold"/>
                </a:rPr>
                <a:t>Validation Results</a:t>
              </a:r>
              <a:endParaRPr b="0" sz="1200">
                <a:solidFill>
                  <a:srgbClr val="FFF2ED"/>
                </a:solidFill>
                <a:latin typeface="IBM Plex Sans SemiBold"/>
                <a:ea typeface="IBM Plex Sans SemiBold"/>
                <a:cs typeface="IBM Plex Sans SemiBold"/>
                <a:sym typeface="IBM Plex Sans SemiBold"/>
              </a:endParaRPr>
            </a:p>
          </p:txBody>
        </p:sp>
        <p:grpSp>
          <p:nvGrpSpPr>
            <p:cNvPr id="1001" name="Google Shape;1001;p88"/>
            <p:cNvGrpSpPr/>
            <p:nvPr/>
          </p:nvGrpSpPr>
          <p:grpSpPr>
            <a:xfrm>
              <a:off x="0" y="238125"/>
              <a:ext cx="1266900" cy="619200"/>
              <a:chOff x="0" y="0"/>
              <a:chExt cx="1266900" cy="619200"/>
            </a:xfrm>
          </p:grpSpPr>
          <p:sp>
            <p:nvSpPr>
              <p:cNvPr id="1002" name="Google Shape;1002;p88"/>
              <p:cNvSpPr/>
              <p:nvPr/>
            </p:nvSpPr>
            <p:spPr>
              <a:xfrm>
                <a:off x="0" y="0"/>
                <a:ext cx="1266900" cy="619200"/>
              </a:xfrm>
              <a:prstGeom prst="roundRect">
                <a:avLst>
                  <a:gd fmla="val 12307"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3" name="Google Shape;1003;p88"/>
              <p:cNvSpPr txBox="1"/>
              <p:nvPr/>
            </p:nvSpPr>
            <p:spPr>
              <a:xfrm>
                <a:off x="76200" y="57150"/>
                <a:ext cx="1114500" cy="50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F2631F"/>
                    </a:solidFill>
                    <a:latin typeface="IBM Plex Sans"/>
                    <a:ea typeface="IBM Plex Sans"/>
                    <a:cs typeface="IBM Plex Sans"/>
                    <a:sym typeface="IBM Plex Sans"/>
                  </a:rPr>
                  <a:t>240,807</a:t>
                </a:r>
                <a:endParaRPr b="1" sz="15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lang="en" sz="850">
                    <a:solidFill>
                      <a:srgbClr val="49070E"/>
                    </a:solidFill>
                    <a:latin typeface="IBM Plex Sans Medium"/>
                    <a:ea typeface="IBM Plex Sans Medium"/>
                    <a:cs typeface="IBM Plex Sans Medium"/>
                    <a:sym typeface="IBM Plex Sans Medium"/>
                  </a:rPr>
                  <a:t>Transactions retained</a:t>
                </a:r>
                <a:endParaRPr b="0" sz="850">
                  <a:solidFill>
                    <a:srgbClr val="49070E"/>
                  </a:solidFill>
                  <a:latin typeface="IBM Plex Sans Medium"/>
                  <a:ea typeface="IBM Plex Sans Medium"/>
                  <a:cs typeface="IBM Plex Sans Medium"/>
                  <a:sym typeface="IBM Plex Sans Medium"/>
                </a:endParaRPr>
              </a:p>
            </p:txBody>
          </p:sp>
        </p:grpSp>
        <p:grpSp>
          <p:nvGrpSpPr>
            <p:cNvPr id="1004" name="Google Shape;1004;p88"/>
            <p:cNvGrpSpPr/>
            <p:nvPr/>
          </p:nvGrpSpPr>
          <p:grpSpPr>
            <a:xfrm>
              <a:off x="1362075" y="238125"/>
              <a:ext cx="1266900" cy="619200"/>
              <a:chOff x="0" y="0"/>
              <a:chExt cx="1266900" cy="619200"/>
            </a:xfrm>
          </p:grpSpPr>
          <p:sp>
            <p:nvSpPr>
              <p:cNvPr id="1005" name="Google Shape;1005;p88"/>
              <p:cNvSpPr/>
              <p:nvPr/>
            </p:nvSpPr>
            <p:spPr>
              <a:xfrm>
                <a:off x="0" y="0"/>
                <a:ext cx="1266900" cy="619200"/>
              </a:xfrm>
              <a:prstGeom prst="roundRect">
                <a:avLst>
                  <a:gd fmla="val 12307"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6" name="Google Shape;1006;p88"/>
              <p:cNvSpPr txBox="1"/>
              <p:nvPr/>
            </p:nvSpPr>
            <p:spPr>
              <a:xfrm>
                <a:off x="76200" y="57150"/>
                <a:ext cx="1114500" cy="504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1500">
                    <a:solidFill>
                      <a:srgbClr val="F2631F"/>
                    </a:solidFill>
                    <a:latin typeface="IBM Plex Sans"/>
                    <a:ea typeface="IBM Plex Sans"/>
                    <a:cs typeface="IBM Plex Sans"/>
                    <a:sym typeface="IBM Plex Sans"/>
                  </a:rPr>
                  <a:t>240,804</a:t>
                </a:r>
                <a:endParaRPr b="1" i="0" sz="15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50">
                    <a:solidFill>
                      <a:srgbClr val="49070E"/>
                    </a:solidFill>
                    <a:latin typeface="IBM Plex Sans Medium"/>
                    <a:ea typeface="IBM Plex Sans Medium"/>
                    <a:cs typeface="IBM Plex Sans Medium"/>
                    <a:sym typeface="IBM Plex Sans Medium"/>
                  </a:rPr>
                  <a:t>Transactions matched</a:t>
                </a:r>
                <a:endParaRPr b="1" i="0" sz="850">
                  <a:solidFill>
                    <a:srgbClr val="F2631F"/>
                  </a:solidFill>
                  <a:latin typeface="IBM Plex Sans"/>
                  <a:ea typeface="IBM Plex Sans"/>
                  <a:cs typeface="IBM Plex Sans"/>
                  <a:sym typeface="IBM Plex Sans"/>
                </a:endParaRPr>
              </a:p>
            </p:txBody>
          </p:sp>
        </p:grpSp>
        <p:grpSp>
          <p:nvGrpSpPr>
            <p:cNvPr id="1007" name="Google Shape;1007;p88"/>
            <p:cNvGrpSpPr/>
            <p:nvPr/>
          </p:nvGrpSpPr>
          <p:grpSpPr>
            <a:xfrm>
              <a:off x="2724150" y="238125"/>
              <a:ext cx="1276500" cy="619200"/>
              <a:chOff x="0" y="0"/>
              <a:chExt cx="1276500" cy="619200"/>
            </a:xfrm>
          </p:grpSpPr>
          <p:sp>
            <p:nvSpPr>
              <p:cNvPr id="1008" name="Google Shape;1008;p88"/>
              <p:cNvSpPr/>
              <p:nvPr/>
            </p:nvSpPr>
            <p:spPr>
              <a:xfrm>
                <a:off x="0" y="0"/>
                <a:ext cx="1276500" cy="619200"/>
              </a:xfrm>
              <a:prstGeom prst="roundRect">
                <a:avLst>
                  <a:gd fmla="val 12307"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9" name="Google Shape;1009;p88"/>
              <p:cNvSpPr txBox="1"/>
              <p:nvPr/>
            </p:nvSpPr>
            <p:spPr>
              <a:xfrm>
                <a:off x="76200" y="57150"/>
                <a:ext cx="1124100" cy="50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F2631F"/>
                    </a:solidFill>
                    <a:latin typeface="IBM Plex Sans"/>
                    <a:ea typeface="IBM Plex Sans"/>
                    <a:cs typeface="IBM Plex Sans"/>
                    <a:sym typeface="IBM Plex Sans"/>
                  </a:rPr>
                  <a:t>99.9988%</a:t>
                </a:r>
                <a:endParaRPr b="1" sz="15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lang="en" sz="850">
                    <a:solidFill>
                      <a:srgbClr val="49070E"/>
                    </a:solidFill>
                    <a:latin typeface="IBM Plex Sans Medium"/>
                    <a:ea typeface="IBM Plex Sans Medium"/>
                    <a:cs typeface="IBM Plex Sans Medium"/>
                    <a:sym typeface="IBM Plex Sans Medium"/>
                  </a:rPr>
                  <a:t>Address match rate</a:t>
                </a:r>
                <a:endParaRPr b="0" sz="850">
                  <a:solidFill>
                    <a:srgbClr val="49070E"/>
                  </a:solidFill>
                  <a:latin typeface="IBM Plex Sans Medium"/>
                  <a:ea typeface="IBM Plex Sans Medium"/>
                  <a:cs typeface="IBM Plex Sans Medium"/>
                  <a:sym typeface="IBM Plex Sans Medium"/>
                </a:endParaRPr>
              </a:p>
            </p:txBody>
          </p:sp>
        </p:grpSp>
        <p:grpSp>
          <p:nvGrpSpPr>
            <p:cNvPr id="1010" name="Google Shape;1010;p88"/>
            <p:cNvGrpSpPr/>
            <p:nvPr/>
          </p:nvGrpSpPr>
          <p:grpSpPr>
            <a:xfrm>
              <a:off x="0" y="933450"/>
              <a:ext cx="1266900" cy="619200"/>
              <a:chOff x="0" y="0"/>
              <a:chExt cx="1266900" cy="619200"/>
            </a:xfrm>
          </p:grpSpPr>
          <p:sp>
            <p:nvSpPr>
              <p:cNvPr id="1011" name="Google Shape;1011;p88"/>
              <p:cNvSpPr/>
              <p:nvPr/>
            </p:nvSpPr>
            <p:spPr>
              <a:xfrm>
                <a:off x="0" y="0"/>
                <a:ext cx="1266900" cy="619200"/>
              </a:xfrm>
              <a:prstGeom prst="roundRect">
                <a:avLst>
                  <a:gd fmla="val 12307"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2" name="Google Shape;1012;p88"/>
              <p:cNvSpPr txBox="1"/>
              <p:nvPr/>
            </p:nvSpPr>
            <p:spPr>
              <a:xfrm>
                <a:off x="76200" y="57150"/>
                <a:ext cx="1114500" cy="504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1500">
                    <a:solidFill>
                      <a:srgbClr val="F2631F"/>
                    </a:solidFill>
                    <a:latin typeface="IBM Plex Sans"/>
                    <a:ea typeface="IBM Plex Sans"/>
                    <a:cs typeface="IBM Plex Sans"/>
                    <a:sym typeface="IBM Plex Sans"/>
                  </a:rPr>
                  <a:t>3</a:t>
                </a:r>
                <a:endParaRPr b="1" i="0" sz="15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50">
                    <a:solidFill>
                      <a:srgbClr val="49070E"/>
                    </a:solidFill>
                    <a:latin typeface="IBM Plex Sans Medium"/>
                    <a:ea typeface="IBM Plex Sans Medium"/>
                    <a:cs typeface="IBM Plex Sans Medium"/>
                    <a:sym typeface="IBM Plex Sans Medium"/>
                  </a:rPr>
                  <a:t>Unmatched transactions</a:t>
                </a:r>
                <a:endParaRPr b="1" i="0" sz="850">
                  <a:solidFill>
                    <a:srgbClr val="F2631F"/>
                  </a:solidFill>
                  <a:latin typeface="IBM Plex Sans"/>
                  <a:ea typeface="IBM Plex Sans"/>
                  <a:cs typeface="IBM Plex Sans"/>
                  <a:sym typeface="IBM Plex Sans"/>
                </a:endParaRPr>
              </a:p>
            </p:txBody>
          </p:sp>
        </p:grpSp>
        <p:grpSp>
          <p:nvGrpSpPr>
            <p:cNvPr id="1013" name="Google Shape;1013;p88"/>
            <p:cNvGrpSpPr/>
            <p:nvPr/>
          </p:nvGrpSpPr>
          <p:grpSpPr>
            <a:xfrm>
              <a:off x="1362075" y="933450"/>
              <a:ext cx="1266900" cy="619200"/>
              <a:chOff x="0" y="0"/>
              <a:chExt cx="1266900" cy="619200"/>
            </a:xfrm>
          </p:grpSpPr>
          <p:sp>
            <p:nvSpPr>
              <p:cNvPr id="1014" name="Google Shape;1014;p88"/>
              <p:cNvSpPr/>
              <p:nvPr/>
            </p:nvSpPr>
            <p:spPr>
              <a:xfrm>
                <a:off x="0" y="0"/>
                <a:ext cx="1266900" cy="619200"/>
              </a:xfrm>
              <a:prstGeom prst="roundRect">
                <a:avLst>
                  <a:gd fmla="val 12307"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5" name="Google Shape;1015;p88"/>
              <p:cNvSpPr txBox="1"/>
              <p:nvPr/>
            </p:nvSpPr>
            <p:spPr>
              <a:xfrm>
                <a:off x="76200" y="57150"/>
                <a:ext cx="1114500" cy="50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500">
                    <a:solidFill>
                      <a:srgbClr val="F2631F"/>
                    </a:solidFill>
                    <a:latin typeface="IBM Plex Sans"/>
                    <a:ea typeface="IBM Plex Sans"/>
                    <a:cs typeface="IBM Plex Sans"/>
                    <a:sym typeface="IBM Plex Sans"/>
                  </a:rPr>
                  <a:t>1</a:t>
                </a:r>
                <a:endParaRPr b="1" sz="15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lang="en" sz="850">
                    <a:solidFill>
                      <a:srgbClr val="49070E"/>
                    </a:solidFill>
                    <a:latin typeface="IBM Plex Sans Medium"/>
                    <a:ea typeface="IBM Plex Sans Medium"/>
                    <a:cs typeface="IBM Plex Sans Medium"/>
                    <a:sym typeface="IBM Plex Sans Medium"/>
                  </a:rPr>
                  <a:t>Unmatched address</a:t>
                </a:r>
                <a:endParaRPr b="0" sz="850">
                  <a:solidFill>
                    <a:srgbClr val="49070E"/>
                  </a:solidFill>
                  <a:latin typeface="IBM Plex Sans Medium"/>
                  <a:ea typeface="IBM Plex Sans Medium"/>
                  <a:cs typeface="IBM Plex Sans Medium"/>
                  <a:sym typeface="IBM Plex Sans Medium"/>
                </a:endParaRPr>
              </a:p>
            </p:txBody>
          </p:sp>
        </p:grpSp>
        <p:grpSp>
          <p:nvGrpSpPr>
            <p:cNvPr id="1016" name="Google Shape;1016;p88"/>
            <p:cNvGrpSpPr/>
            <p:nvPr/>
          </p:nvGrpSpPr>
          <p:grpSpPr>
            <a:xfrm>
              <a:off x="2724150" y="933450"/>
              <a:ext cx="1276500" cy="619200"/>
              <a:chOff x="0" y="0"/>
              <a:chExt cx="1276500" cy="619200"/>
            </a:xfrm>
          </p:grpSpPr>
          <p:sp>
            <p:nvSpPr>
              <p:cNvPr id="1017" name="Google Shape;1017;p88"/>
              <p:cNvSpPr/>
              <p:nvPr/>
            </p:nvSpPr>
            <p:spPr>
              <a:xfrm>
                <a:off x="0" y="0"/>
                <a:ext cx="1276500" cy="619200"/>
              </a:xfrm>
              <a:prstGeom prst="roundRect">
                <a:avLst>
                  <a:gd fmla="val 12307"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8" name="Google Shape;1018;p88"/>
              <p:cNvSpPr txBox="1"/>
              <p:nvPr/>
            </p:nvSpPr>
            <p:spPr>
              <a:xfrm>
                <a:off x="76200" y="57150"/>
                <a:ext cx="1124100" cy="50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49070E"/>
                    </a:solidFill>
                    <a:latin typeface="IBM Plex Sans"/>
                    <a:ea typeface="IBM Plex Sans"/>
                    <a:cs typeface="IBM Plex Sans"/>
                    <a:sym typeface="IBM Plex Sans"/>
                  </a:rPr>
                  <a:t>Flagged</a:t>
                </a:r>
                <a:endParaRPr b="1" sz="110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b="0" lang="en" sz="850">
                    <a:solidFill>
                      <a:srgbClr val="49070E"/>
                    </a:solidFill>
                    <a:latin typeface="IBM Plex Sans Medium"/>
                    <a:ea typeface="IBM Plex Sans Medium"/>
                    <a:cs typeface="IBM Plex Sans Medium"/>
                    <a:sym typeface="IBM Plex Sans Medium"/>
                  </a:rPr>
                  <a:t>Duplicates flagged, not deleted</a:t>
                </a:r>
                <a:endParaRPr b="0" sz="850">
                  <a:solidFill>
                    <a:srgbClr val="49070E"/>
                  </a:solidFill>
                  <a:latin typeface="IBM Plex Sans Medium"/>
                  <a:ea typeface="IBM Plex Sans Medium"/>
                  <a:cs typeface="IBM Plex Sans Medium"/>
                  <a:sym typeface="IBM Plex Sans Medium"/>
                </a:endParaRPr>
              </a:p>
            </p:txBody>
          </p:sp>
        </p:grpSp>
      </p:grpSp>
      <p:grpSp>
        <p:nvGrpSpPr>
          <p:cNvPr id="1019" name="Google Shape;1019;p88"/>
          <p:cNvGrpSpPr/>
          <p:nvPr/>
        </p:nvGrpSpPr>
        <p:grpSpPr>
          <a:xfrm>
            <a:off x="428625" y="2419350"/>
            <a:ext cx="8286900" cy="1047900"/>
            <a:chOff x="0" y="0"/>
            <a:chExt cx="8286900" cy="1047900"/>
          </a:xfrm>
        </p:grpSpPr>
        <p:sp>
          <p:nvSpPr>
            <p:cNvPr id="1020" name="Google Shape;1020;p88"/>
            <p:cNvSpPr/>
            <p:nvPr/>
          </p:nvSpPr>
          <p:spPr>
            <a:xfrm>
              <a:off x="0" y="0"/>
              <a:ext cx="8286900" cy="1047900"/>
            </a:xfrm>
            <a:prstGeom prst="roundRect">
              <a:avLst>
                <a:gd fmla="val 7272" name="adj"/>
              </a:avLst>
            </a:prstGeom>
            <a:solidFill>
              <a:srgbClr val="FFFFFF">
                <a:alpha val="90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21" name="Google Shape;1021;p88"/>
            <p:cNvCxnSpPr/>
            <p:nvPr/>
          </p:nvCxnSpPr>
          <p:spPr>
            <a:xfrm>
              <a:off x="0" y="247650"/>
              <a:ext cx="8286900" cy="0"/>
            </a:xfrm>
            <a:prstGeom prst="straightConnector1">
              <a:avLst/>
            </a:prstGeom>
            <a:solidFill>
              <a:srgbClr val="FFFFFF"/>
            </a:solidFill>
            <a:ln cap="flat" cmpd="sng" w="9525">
              <a:solidFill>
                <a:srgbClr val="F2631F"/>
              </a:solidFill>
              <a:prstDash val="solid"/>
              <a:round/>
              <a:headEnd len="sm" w="sm" type="none"/>
              <a:tailEnd len="sm" w="sm" type="none"/>
            </a:ln>
          </p:spPr>
        </p:cxnSp>
        <p:sp>
          <p:nvSpPr>
            <p:cNvPr id="1022" name="Google Shape;1022;p88"/>
            <p:cNvSpPr txBox="1"/>
            <p:nvPr/>
          </p:nvSpPr>
          <p:spPr>
            <a:xfrm>
              <a:off x="142875" y="38100"/>
              <a:ext cx="39054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80">
                  <a:solidFill>
                    <a:srgbClr val="F2631F"/>
                  </a:solidFill>
                  <a:latin typeface="IBM Plex Sans"/>
                  <a:ea typeface="IBM Plex Sans"/>
                  <a:cs typeface="IBM Plex Sans"/>
                  <a:sym typeface="IBM Plex Sans"/>
                </a:rPr>
                <a:t>ORIGINAL VALUE</a:t>
              </a:r>
              <a:endParaRPr b="1" sz="680">
                <a:solidFill>
                  <a:srgbClr val="F2631F"/>
                </a:solidFill>
                <a:latin typeface="IBM Plex Sans"/>
                <a:ea typeface="IBM Plex Sans"/>
                <a:cs typeface="IBM Plex Sans"/>
                <a:sym typeface="IBM Plex Sans"/>
              </a:endParaRPr>
            </a:p>
          </p:txBody>
        </p:sp>
        <p:sp>
          <p:nvSpPr>
            <p:cNvPr id="1023" name="Google Shape;1023;p88"/>
            <p:cNvSpPr txBox="1"/>
            <p:nvPr/>
          </p:nvSpPr>
          <p:spPr>
            <a:xfrm>
              <a:off x="4238625" y="38100"/>
              <a:ext cx="39054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80">
                  <a:solidFill>
                    <a:srgbClr val="F2631F"/>
                  </a:solidFill>
                  <a:latin typeface="IBM Plex Sans"/>
                  <a:ea typeface="IBM Plex Sans"/>
                  <a:cs typeface="IBM Plex Sans"/>
                  <a:sym typeface="IBM Plex Sans"/>
                </a:rPr>
                <a:t>PROCESSED VALUE</a:t>
              </a:r>
              <a:endParaRPr b="1" sz="680">
                <a:solidFill>
                  <a:srgbClr val="F2631F"/>
                </a:solidFill>
                <a:latin typeface="IBM Plex Sans"/>
                <a:ea typeface="IBM Plex Sans"/>
                <a:cs typeface="IBM Plex Sans"/>
                <a:sym typeface="IBM Plex Sans"/>
              </a:endParaRPr>
            </a:p>
          </p:txBody>
        </p:sp>
        <p:grpSp>
          <p:nvGrpSpPr>
            <p:cNvPr id="1024" name="Google Shape;1024;p88"/>
            <p:cNvGrpSpPr/>
            <p:nvPr/>
          </p:nvGrpSpPr>
          <p:grpSpPr>
            <a:xfrm>
              <a:off x="142875" y="285750"/>
              <a:ext cx="8001150" cy="666750"/>
              <a:chOff x="0" y="0"/>
              <a:chExt cx="8001150" cy="666750"/>
            </a:xfrm>
          </p:grpSpPr>
          <p:sp>
            <p:nvSpPr>
              <p:cNvPr id="1025" name="Google Shape;1025;p88"/>
              <p:cNvSpPr txBox="1"/>
              <p:nvPr/>
            </p:nvSpPr>
            <p:spPr>
              <a:xfrm>
                <a:off x="0" y="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2017-01</a:t>
                </a:r>
                <a:endParaRPr b="0" sz="680">
                  <a:solidFill>
                    <a:srgbClr val="7A4B4E"/>
                  </a:solidFill>
                  <a:latin typeface="IBM Plex Sans"/>
                  <a:ea typeface="IBM Plex Sans"/>
                  <a:cs typeface="IBM Plex Sans"/>
                  <a:sym typeface="IBM Plex Sans"/>
                </a:endParaRPr>
              </a:p>
            </p:txBody>
          </p:sp>
          <p:sp>
            <p:nvSpPr>
              <p:cNvPr id="1026" name="Google Shape;1026;p88"/>
              <p:cNvSpPr txBox="1"/>
              <p:nvPr/>
            </p:nvSpPr>
            <p:spPr>
              <a:xfrm>
                <a:off x="4095750" y="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2017-01-01</a:t>
                </a:r>
                <a:endParaRPr b="0" sz="680">
                  <a:solidFill>
                    <a:srgbClr val="49070E"/>
                  </a:solidFill>
                  <a:latin typeface="IBM Plex Sans SemiBold"/>
                  <a:ea typeface="IBM Plex Sans SemiBold"/>
                  <a:cs typeface="IBM Plex Sans SemiBold"/>
                  <a:sym typeface="IBM Plex Sans SemiBold"/>
                </a:endParaRPr>
              </a:p>
            </p:txBody>
          </p:sp>
          <p:sp>
            <p:nvSpPr>
              <p:cNvPr id="1027" name="Google Shape;1027;p88"/>
              <p:cNvSpPr txBox="1"/>
              <p:nvPr/>
            </p:nvSpPr>
            <p:spPr>
              <a:xfrm>
                <a:off x="0" y="171450"/>
                <a:ext cx="3905400" cy="152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680">
                    <a:solidFill>
                      <a:srgbClr val="7A4B4E"/>
                    </a:solidFill>
                    <a:latin typeface="IBM Plex Sans"/>
                    <a:ea typeface="IBM Plex Sans"/>
                    <a:cs typeface="IBM Plex Sans"/>
                    <a:sym typeface="IBM Plex Sans"/>
                  </a:rPr>
                  <a:t>ANG MO KIO</a:t>
                </a:r>
                <a:endParaRPr b="0" i="0" sz="680">
                  <a:solidFill>
                    <a:srgbClr val="7A4B4E"/>
                  </a:solidFill>
                  <a:latin typeface="IBM Plex Sans"/>
                  <a:ea typeface="IBM Plex Sans"/>
                  <a:cs typeface="IBM Plex Sans"/>
                  <a:sym typeface="IBM Plex Sans"/>
                </a:endParaRPr>
              </a:p>
            </p:txBody>
          </p:sp>
          <p:sp>
            <p:nvSpPr>
              <p:cNvPr id="1028" name="Google Shape;1028;p88"/>
              <p:cNvSpPr txBox="1"/>
              <p:nvPr/>
            </p:nvSpPr>
            <p:spPr>
              <a:xfrm>
                <a:off x="4095750" y="17145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ANG MO KIO</a:t>
                </a:r>
                <a:endParaRPr b="0" sz="680">
                  <a:solidFill>
                    <a:srgbClr val="49070E"/>
                  </a:solidFill>
                  <a:latin typeface="IBM Plex Sans SemiBold"/>
                  <a:ea typeface="IBM Plex Sans SemiBold"/>
                  <a:cs typeface="IBM Plex Sans SemiBold"/>
                  <a:sym typeface="IBM Plex Sans SemiBold"/>
                </a:endParaRPr>
              </a:p>
            </p:txBody>
          </p:sp>
          <p:sp>
            <p:nvSpPr>
              <p:cNvPr id="1029" name="Google Shape;1029;p88"/>
              <p:cNvSpPr txBox="1"/>
              <p:nvPr/>
            </p:nvSpPr>
            <p:spPr>
              <a:xfrm>
                <a:off x="0" y="34290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10 TO 12</a:t>
                </a:r>
                <a:endParaRPr b="0" sz="680">
                  <a:solidFill>
                    <a:srgbClr val="7A4B4E"/>
                  </a:solidFill>
                  <a:latin typeface="IBM Plex Sans"/>
                  <a:ea typeface="IBM Plex Sans"/>
                  <a:cs typeface="IBM Plex Sans"/>
                  <a:sym typeface="IBM Plex Sans"/>
                </a:endParaRPr>
              </a:p>
            </p:txBody>
          </p:sp>
          <p:sp>
            <p:nvSpPr>
              <p:cNvPr id="1030" name="Google Shape;1030;p88"/>
              <p:cNvSpPr txBox="1"/>
              <p:nvPr/>
            </p:nvSpPr>
            <p:spPr>
              <a:xfrm>
                <a:off x="4095750" y="34290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Lower 10, Upper 12, Midpoint 11</a:t>
                </a:r>
                <a:endParaRPr b="0" sz="680">
                  <a:solidFill>
                    <a:srgbClr val="49070E"/>
                  </a:solidFill>
                  <a:latin typeface="IBM Plex Sans SemiBold"/>
                  <a:ea typeface="IBM Plex Sans SemiBold"/>
                  <a:cs typeface="IBM Plex Sans SemiBold"/>
                  <a:sym typeface="IBM Plex Sans SemiBold"/>
                </a:endParaRPr>
              </a:p>
            </p:txBody>
          </p:sp>
          <p:sp>
            <p:nvSpPr>
              <p:cNvPr id="1031" name="Google Shape;1031;p88"/>
              <p:cNvSpPr txBox="1"/>
              <p:nvPr/>
            </p:nvSpPr>
            <p:spPr>
              <a:xfrm>
                <a:off x="0" y="51435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7A4B4E"/>
                    </a:solidFill>
                    <a:latin typeface="IBM Plex Sans"/>
                    <a:ea typeface="IBM Plex Sans"/>
                    <a:cs typeface="IBM Plex Sans"/>
                    <a:sym typeface="IBM Plex Sans"/>
                  </a:rPr>
                  <a:t>61 years 04 months</a:t>
                </a:r>
                <a:endParaRPr b="0" sz="680">
                  <a:solidFill>
                    <a:srgbClr val="7A4B4E"/>
                  </a:solidFill>
                  <a:latin typeface="IBM Plex Sans"/>
                  <a:ea typeface="IBM Plex Sans"/>
                  <a:cs typeface="IBM Plex Sans"/>
                  <a:sym typeface="IBM Plex Sans"/>
                </a:endParaRPr>
              </a:p>
            </p:txBody>
          </p:sp>
          <p:sp>
            <p:nvSpPr>
              <p:cNvPr id="1032" name="Google Shape;1032;p88"/>
              <p:cNvSpPr txBox="1"/>
              <p:nvPr/>
            </p:nvSpPr>
            <p:spPr>
              <a:xfrm>
                <a:off x="4095750" y="514350"/>
                <a:ext cx="3905400" cy="15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80">
                    <a:solidFill>
                      <a:srgbClr val="49070E"/>
                    </a:solidFill>
                    <a:latin typeface="IBM Plex Sans SemiBold"/>
                    <a:ea typeface="IBM Plex Sans SemiBold"/>
                    <a:cs typeface="IBM Plex Sans SemiBold"/>
                    <a:sym typeface="IBM Plex Sans SemiBold"/>
                  </a:rPr>
                  <a:t>736 months</a:t>
                </a:r>
                <a:endParaRPr b="0" sz="680">
                  <a:solidFill>
                    <a:srgbClr val="49070E"/>
                  </a:solidFill>
                  <a:latin typeface="IBM Plex Sans SemiBold"/>
                  <a:ea typeface="IBM Plex Sans SemiBold"/>
                  <a:cs typeface="IBM Plex Sans SemiBold"/>
                  <a:sym typeface="IBM Plex Sans SemiBold"/>
                </a:endParaRPr>
              </a:p>
            </p:txBody>
          </p:sp>
        </p:grpSp>
      </p:grpSp>
      <p:grpSp>
        <p:nvGrpSpPr>
          <p:cNvPr id="1033" name="Google Shape;1033;p88"/>
          <p:cNvGrpSpPr/>
          <p:nvPr/>
        </p:nvGrpSpPr>
        <p:grpSpPr>
          <a:xfrm>
            <a:off x="428625" y="3714750"/>
            <a:ext cx="8286900" cy="400200"/>
            <a:chOff x="0" y="0"/>
            <a:chExt cx="8286900" cy="400200"/>
          </a:xfrm>
        </p:grpSpPr>
        <p:sp>
          <p:nvSpPr>
            <p:cNvPr id="1034" name="Google Shape;1034;p88"/>
            <p:cNvSpPr/>
            <p:nvPr/>
          </p:nvSpPr>
          <p:spPr>
            <a:xfrm>
              <a:off x="0" y="0"/>
              <a:ext cx="82869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5" name="Google Shape;1035;p88"/>
            <p:cNvSpPr txBox="1"/>
            <p:nvPr/>
          </p:nvSpPr>
          <p:spPr>
            <a:xfrm>
              <a:off x="142875" y="47625"/>
              <a:ext cx="80010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950">
                  <a:solidFill>
                    <a:srgbClr val="49070E"/>
                  </a:solidFill>
                  <a:latin typeface="IBM Plex Sans"/>
                  <a:ea typeface="IBM Plex Sans"/>
                  <a:cs typeface="IBM Plex Sans"/>
                  <a:sym typeface="IBM Plex Sans"/>
                </a:rPr>
                <a:t>The preprocessing approach standardised, parsed, validated and flagged records without silently deleting source data.</a:t>
              </a:r>
              <a:endParaRPr b="0" i="1" sz="950">
                <a:solidFill>
                  <a:srgbClr val="49070E"/>
                </a:solidFill>
                <a:latin typeface="IBM Plex Sans"/>
                <a:ea typeface="IBM Plex Sans"/>
                <a:cs typeface="IBM Plex Sans"/>
                <a:sym typeface="IBM Plex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9070E"/>
        </a:solidFill>
      </p:bgPr>
    </p:bg>
    <p:spTree>
      <p:nvGrpSpPr>
        <p:cNvPr id="1039" name="Shape 1039"/>
        <p:cNvGrpSpPr/>
        <p:nvPr/>
      </p:nvGrpSpPr>
      <p:grpSpPr>
        <a:xfrm>
          <a:off x="0" y="0"/>
          <a:ext cx="0" cy="0"/>
          <a:chOff x="0" y="0"/>
          <a:chExt cx="0" cy="0"/>
        </a:xfrm>
      </p:grpSpPr>
      <p:sp>
        <p:nvSpPr>
          <p:cNvPr id="1040" name="Google Shape;1040;p89"/>
          <p:cNvSpPr/>
          <p:nvPr/>
        </p:nvSpPr>
        <p:spPr>
          <a:xfrm>
            <a:off x="-476250" y="3838575"/>
            <a:ext cx="4286400" cy="1771800"/>
          </a:xfrm>
          <a:custGeom>
            <a:rect b="b" l="l" r="r" t="t"/>
            <a:pathLst>
              <a:path extrusionOk="0" h="120000" w="120000">
                <a:moveTo>
                  <a:pt x="0" y="49677"/>
                </a:moveTo>
                <a:cubicBezTo>
                  <a:pt x="50933" y="0"/>
                  <a:pt x="97867" y="30968"/>
                  <a:pt x="120000" y="120000"/>
                </a:cubicBezTo>
              </a:path>
            </a:pathLst>
          </a:cu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1" name="Google Shape;1041;p89"/>
          <p:cNvSpPr/>
          <p:nvPr/>
        </p:nvSpPr>
        <p:spPr>
          <a:xfrm>
            <a:off x="476250" y="3714750"/>
            <a:ext cx="1333500" cy="1333500"/>
          </a:xfrm>
          <a:prstGeom prst="ellipse">
            <a:avLst/>
          </a:pr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42" name="Google Shape;1042;p89"/>
          <p:cNvCxnSpPr/>
          <p:nvPr/>
        </p:nvCxnSpPr>
        <p:spPr>
          <a:xfrm>
            <a:off x="0" y="4572000"/>
            <a:ext cx="9144000" cy="0"/>
          </a:xfrm>
          <a:prstGeom prst="straightConnector1">
            <a:avLst/>
          </a:prstGeom>
          <a:solidFill>
            <a:srgbClr val="FFFFFF"/>
          </a:solidFill>
          <a:ln cap="flat" cmpd="sng" w="9525">
            <a:solidFill>
              <a:srgbClr val="F2631F"/>
            </a:solidFill>
            <a:prstDash val="solid"/>
            <a:round/>
            <a:headEnd len="sm" w="sm" type="none"/>
            <a:tailEnd len="sm" w="sm" type="none"/>
          </a:ln>
        </p:spPr>
      </p:cxnSp>
      <p:sp>
        <p:nvSpPr>
          <p:cNvPr id="1043" name="Google Shape;1043;p89"/>
          <p:cNvSpPr txBox="1"/>
          <p:nvPr/>
        </p:nvSpPr>
        <p:spPr>
          <a:xfrm>
            <a:off x="428625" y="238125"/>
            <a:ext cx="8286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FFF2ED"/>
                </a:solidFill>
                <a:latin typeface="IBM Plex Sans"/>
                <a:ea typeface="IBM Plex Sans"/>
                <a:cs typeface="IBM Plex Sans"/>
                <a:sym typeface="IBM Plex Sans"/>
              </a:rPr>
              <a:t>Normalized Database Design</a:t>
            </a:r>
            <a:endParaRPr b="1" sz="2000">
              <a:solidFill>
                <a:srgbClr val="FFF2ED"/>
              </a:solidFill>
              <a:latin typeface="IBM Plex Sans"/>
              <a:ea typeface="IBM Plex Sans"/>
              <a:cs typeface="IBM Plex Sans"/>
              <a:sym typeface="IBM Plex Sans"/>
            </a:endParaRPr>
          </a:p>
        </p:txBody>
      </p:sp>
      <p:pic>
        <p:nvPicPr>
          <p:cNvPr id="1044" name="Google Shape;1044;p89"/>
          <p:cNvPicPr preferRelativeResize="0"/>
          <p:nvPr/>
        </p:nvPicPr>
        <p:blipFill rotWithShape="1">
          <a:blip r:embed="rId3">
            <a:alphaModFix/>
          </a:blip>
          <a:srcRect b="0" l="0" r="0" t="0"/>
          <a:stretch/>
        </p:blipFill>
        <p:spPr>
          <a:xfrm>
            <a:off x="1757363" y="990600"/>
            <a:ext cx="1485900" cy="828600"/>
          </a:xfrm>
          <a:prstGeom prst="rect">
            <a:avLst/>
          </a:prstGeom>
          <a:noFill/>
          <a:ln>
            <a:noFill/>
          </a:ln>
        </p:spPr>
      </p:pic>
      <p:pic>
        <p:nvPicPr>
          <p:cNvPr id="1045" name="Google Shape;1045;p89"/>
          <p:cNvPicPr preferRelativeResize="0"/>
          <p:nvPr/>
        </p:nvPicPr>
        <p:blipFill rotWithShape="1">
          <a:blip r:embed="rId4">
            <a:alphaModFix/>
          </a:blip>
          <a:srcRect b="0" l="0" r="0" t="0"/>
          <a:stretch/>
        </p:blipFill>
        <p:spPr>
          <a:xfrm>
            <a:off x="1757363" y="2085975"/>
            <a:ext cx="1485900" cy="209700"/>
          </a:xfrm>
          <a:prstGeom prst="rect">
            <a:avLst/>
          </a:prstGeom>
          <a:noFill/>
          <a:ln>
            <a:noFill/>
          </a:ln>
        </p:spPr>
      </p:pic>
      <p:pic>
        <p:nvPicPr>
          <p:cNvPr id="1046" name="Google Shape;1046;p89"/>
          <p:cNvPicPr preferRelativeResize="0"/>
          <p:nvPr/>
        </p:nvPicPr>
        <p:blipFill rotWithShape="1">
          <a:blip r:embed="rId5">
            <a:alphaModFix/>
          </a:blip>
          <a:srcRect b="0" l="0" r="0" t="0"/>
          <a:stretch/>
        </p:blipFill>
        <p:spPr>
          <a:xfrm>
            <a:off x="1757363" y="2371725"/>
            <a:ext cx="1485900" cy="1114500"/>
          </a:xfrm>
          <a:prstGeom prst="rect">
            <a:avLst/>
          </a:prstGeom>
          <a:noFill/>
          <a:ln>
            <a:noFill/>
          </a:ln>
        </p:spPr>
      </p:pic>
      <p:pic>
        <p:nvPicPr>
          <p:cNvPr id="1047" name="Google Shape;1047;p89"/>
          <p:cNvPicPr preferRelativeResize="0"/>
          <p:nvPr/>
        </p:nvPicPr>
        <p:blipFill rotWithShape="1">
          <a:blip r:embed="rId6">
            <a:alphaModFix/>
          </a:blip>
          <a:srcRect b="0" l="0" r="0" t="0"/>
          <a:stretch/>
        </p:blipFill>
        <p:spPr>
          <a:xfrm>
            <a:off x="5381625" y="1371600"/>
            <a:ext cx="209700" cy="876600"/>
          </a:xfrm>
          <a:prstGeom prst="rect">
            <a:avLst/>
          </a:prstGeom>
          <a:noFill/>
          <a:ln>
            <a:noFill/>
          </a:ln>
        </p:spPr>
      </p:pic>
      <p:sp>
        <p:nvSpPr>
          <p:cNvPr id="1048" name="Google Shape;1048;p89"/>
          <p:cNvSpPr txBox="1"/>
          <p:nvPr/>
        </p:nvSpPr>
        <p:spPr>
          <a:xfrm>
            <a:off x="1857375" y="998220"/>
            <a:ext cx="53100" cy="13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75">
                <a:solidFill>
                  <a:srgbClr val="FFC490"/>
                </a:solidFill>
                <a:latin typeface="IBM Plex Sans"/>
                <a:ea typeface="IBM Plex Sans"/>
                <a:cs typeface="IBM Plex Sans"/>
                <a:sym typeface="IBM Plex Sans"/>
              </a:rPr>
              <a:t>1</a:t>
            </a:r>
            <a:endParaRPr b="1" sz="675">
              <a:solidFill>
                <a:srgbClr val="FFC490"/>
              </a:solidFill>
              <a:latin typeface="IBM Plex Sans"/>
              <a:ea typeface="IBM Plex Sans"/>
              <a:cs typeface="IBM Plex Sans"/>
              <a:sym typeface="IBM Plex Sans"/>
            </a:endParaRPr>
          </a:p>
        </p:txBody>
      </p:sp>
      <p:sp>
        <p:nvSpPr>
          <p:cNvPr id="1049" name="Google Shape;1049;p89"/>
          <p:cNvSpPr txBox="1"/>
          <p:nvPr/>
        </p:nvSpPr>
        <p:spPr>
          <a:xfrm>
            <a:off x="3095625" y="1630680"/>
            <a:ext cx="64800" cy="16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39">
                <a:solidFill>
                  <a:srgbClr val="FFC490"/>
                </a:solidFill>
                <a:latin typeface="IBM Plex Sans"/>
                <a:ea typeface="IBM Plex Sans"/>
                <a:cs typeface="IBM Plex Sans"/>
                <a:sym typeface="IBM Plex Sans"/>
              </a:rPr>
              <a:t>∞</a:t>
            </a:r>
            <a:endParaRPr b="1" sz="639">
              <a:solidFill>
                <a:srgbClr val="FFC490"/>
              </a:solidFill>
              <a:latin typeface="IBM Plex Sans"/>
              <a:ea typeface="IBM Plex Sans"/>
              <a:cs typeface="IBM Plex Sans"/>
              <a:sym typeface="IBM Plex Sans"/>
            </a:endParaRPr>
          </a:p>
        </p:txBody>
      </p:sp>
      <p:sp>
        <p:nvSpPr>
          <p:cNvPr id="1050" name="Google Shape;1050;p89"/>
          <p:cNvSpPr txBox="1"/>
          <p:nvPr/>
        </p:nvSpPr>
        <p:spPr>
          <a:xfrm>
            <a:off x="1857375" y="2169795"/>
            <a:ext cx="53100" cy="13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75">
                <a:solidFill>
                  <a:srgbClr val="FFC490"/>
                </a:solidFill>
                <a:latin typeface="IBM Plex Sans"/>
                <a:ea typeface="IBM Plex Sans"/>
                <a:cs typeface="IBM Plex Sans"/>
                <a:sym typeface="IBM Plex Sans"/>
              </a:rPr>
              <a:t>1</a:t>
            </a:r>
            <a:endParaRPr b="1" sz="675">
              <a:solidFill>
                <a:srgbClr val="FFC490"/>
              </a:solidFill>
              <a:latin typeface="IBM Plex Sans"/>
              <a:ea typeface="IBM Plex Sans"/>
              <a:cs typeface="IBM Plex Sans"/>
              <a:sym typeface="IBM Plex Sans"/>
            </a:endParaRPr>
          </a:p>
        </p:txBody>
      </p:sp>
      <p:sp>
        <p:nvSpPr>
          <p:cNvPr id="1051" name="Google Shape;1051;p89"/>
          <p:cNvSpPr txBox="1"/>
          <p:nvPr/>
        </p:nvSpPr>
        <p:spPr>
          <a:xfrm>
            <a:off x="3095625" y="1964055"/>
            <a:ext cx="64800" cy="16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39">
                <a:solidFill>
                  <a:srgbClr val="FFC490"/>
                </a:solidFill>
                <a:latin typeface="IBM Plex Sans"/>
                <a:ea typeface="IBM Plex Sans"/>
                <a:cs typeface="IBM Plex Sans"/>
                <a:sym typeface="IBM Plex Sans"/>
              </a:rPr>
              <a:t>∞</a:t>
            </a:r>
            <a:endParaRPr b="1" sz="639">
              <a:solidFill>
                <a:srgbClr val="FFC490"/>
              </a:solidFill>
              <a:latin typeface="IBM Plex Sans"/>
              <a:ea typeface="IBM Plex Sans"/>
              <a:cs typeface="IBM Plex Sans"/>
              <a:sym typeface="IBM Plex Sans"/>
            </a:endParaRPr>
          </a:p>
        </p:txBody>
      </p:sp>
      <p:sp>
        <p:nvSpPr>
          <p:cNvPr id="1052" name="Google Shape;1052;p89"/>
          <p:cNvSpPr txBox="1"/>
          <p:nvPr/>
        </p:nvSpPr>
        <p:spPr>
          <a:xfrm>
            <a:off x="1857375" y="3341370"/>
            <a:ext cx="53100" cy="13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75">
                <a:solidFill>
                  <a:srgbClr val="FFC490"/>
                </a:solidFill>
                <a:latin typeface="IBM Plex Sans"/>
                <a:ea typeface="IBM Plex Sans"/>
                <a:cs typeface="IBM Plex Sans"/>
                <a:sym typeface="IBM Plex Sans"/>
              </a:rPr>
              <a:t>1</a:t>
            </a:r>
            <a:endParaRPr b="1" sz="675">
              <a:solidFill>
                <a:srgbClr val="FFC490"/>
              </a:solidFill>
              <a:latin typeface="IBM Plex Sans"/>
              <a:ea typeface="IBM Plex Sans"/>
              <a:cs typeface="IBM Plex Sans"/>
              <a:sym typeface="IBM Plex Sans"/>
            </a:endParaRPr>
          </a:p>
        </p:txBody>
      </p:sp>
      <p:sp>
        <p:nvSpPr>
          <p:cNvPr id="1053" name="Google Shape;1053;p89"/>
          <p:cNvSpPr txBox="1"/>
          <p:nvPr/>
        </p:nvSpPr>
        <p:spPr>
          <a:xfrm>
            <a:off x="3095625" y="2345055"/>
            <a:ext cx="64800" cy="169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39">
                <a:solidFill>
                  <a:srgbClr val="FFC490"/>
                </a:solidFill>
                <a:latin typeface="IBM Plex Sans"/>
                <a:ea typeface="IBM Plex Sans"/>
                <a:cs typeface="IBM Plex Sans"/>
                <a:sym typeface="IBM Plex Sans"/>
              </a:rPr>
              <a:t>∞</a:t>
            </a:r>
            <a:endParaRPr b="1" sz="639">
              <a:solidFill>
                <a:srgbClr val="FFC490"/>
              </a:solidFill>
              <a:latin typeface="IBM Plex Sans"/>
              <a:ea typeface="IBM Plex Sans"/>
              <a:cs typeface="IBM Plex Sans"/>
              <a:sym typeface="IBM Plex Sans"/>
            </a:endParaRPr>
          </a:p>
        </p:txBody>
      </p:sp>
      <p:sp>
        <p:nvSpPr>
          <p:cNvPr id="1054" name="Google Shape;1054;p89"/>
          <p:cNvSpPr txBox="1"/>
          <p:nvPr/>
        </p:nvSpPr>
        <p:spPr>
          <a:xfrm flipH="1">
            <a:off x="5629425" y="1409700"/>
            <a:ext cx="66600" cy="142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675">
                <a:solidFill>
                  <a:srgbClr val="FFC490"/>
                </a:solidFill>
                <a:latin typeface="IBM Plex Sans"/>
                <a:ea typeface="IBM Plex Sans"/>
                <a:cs typeface="IBM Plex Sans"/>
                <a:sym typeface="IBM Plex Sans"/>
              </a:rPr>
              <a:t>1</a:t>
            </a:r>
            <a:endParaRPr b="1" i="0" sz="675">
              <a:solidFill>
                <a:srgbClr val="FFC490"/>
              </a:solidFill>
              <a:latin typeface="IBM Plex Sans"/>
              <a:ea typeface="IBM Plex Sans"/>
              <a:cs typeface="IBM Plex Sans"/>
              <a:sym typeface="IBM Plex Sans"/>
            </a:endParaRPr>
          </a:p>
        </p:txBody>
      </p:sp>
      <p:sp>
        <p:nvSpPr>
          <p:cNvPr id="1055" name="Google Shape;1055;p89"/>
          <p:cNvSpPr txBox="1"/>
          <p:nvPr/>
        </p:nvSpPr>
        <p:spPr>
          <a:xfrm>
            <a:off x="5476875" y="2133600"/>
            <a:ext cx="666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640">
                <a:solidFill>
                  <a:srgbClr val="FFC490"/>
                </a:solidFill>
                <a:latin typeface="IBM Plex Sans"/>
                <a:ea typeface="IBM Plex Sans"/>
                <a:cs typeface="IBM Plex Sans"/>
                <a:sym typeface="IBM Plex Sans"/>
              </a:rPr>
              <a:t>∞</a:t>
            </a:r>
            <a:endParaRPr b="1" i="0" sz="640">
              <a:solidFill>
                <a:srgbClr val="FFC490"/>
              </a:solidFill>
              <a:latin typeface="IBM Plex Sans"/>
              <a:ea typeface="IBM Plex Sans"/>
              <a:cs typeface="IBM Plex Sans"/>
              <a:sym typeface="IBM Plex Sans"/>
            </a:endParaRPr>
          </a:p>
        </p:txBody>
      </p:sp>
      <p:grpSp>
        <p:nvGrpSpPr>
          <p:cNvPr id="1056" name="Google Shape;1056;p89"/>
          <p:cNvGrpSpPr/>
          <p:nvPr/>
        </p:nvGrpSpPr>
        <p:grpSpPr>
          <a:xfrm>
            <a:off x="428625" y="666750"/>
            <a:ext cx="1333500" cy="666900"/>
            <a:chOff x="0" y="0"/>
            <a:chExt cx="1333500" cy="666900"/>
          </a:xfrm>
        </p:grpSpPr>
        <p:sp>
          <p:nvSpPr>
            <p:cNvPr id="1057" name="Google Shape;1057;p89"/>
            <p:cNvSpPr/>
            <p:nvPr/>
          </p:nvSpPr>
          <p:spPr>
            <a:xfrm>
              <a:off x="0" y="0"/>
              <a:ext cx="1333500" cy="666900"/>
            </a:xfrm>
            <a:prstGeom prst="roundRect">
              <a:avLst>
                <a:gd fmla="val 8571"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8" name="Google Shape;1058;p89"/>
            <p:cNvSpPr/>
            <p:nvPr/>
          </p:nvSpPr>
          <p:spPr>
            <a:xfrm>
              <a:off x="0" y="0"/>
              <a:ext cx="1333500" cy="209700"/>
            </a:xfrm>
            <a:prstGeom prst="roundRect">
              <a:avLst>
                <a:gd fmla="val 27272"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9" name="Google Shape;1059;p89"/>
            <p:cNvSpPr/>
            <p:nvPr/>
          </p:nvSpPr>
          <p:spPr>
            <a:xfrm>
              <a:off x="0" y="114300"/>
              <a:ext cx="13335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0" name="Google Shape;1060;p89"/>
            <p:cNvSpPr txBox="1"/>
            <p:nvPr/>
          </p:nvSpPr>
          <p:spPr>
            <a:xfrm>
              <a:off x="76200" y="19050"/>
              <a:ext cx="11811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FFF2ED"/>
                  </a:solidFill>
                  <a:latin typeface="IBM Plex Sans"/>
                  <a:ea typeface="IBM Plex Sans"/>
                  <a:cs typeface="IBM Plex Sans"/>
                  <a:sym typeface="IBM Plex Sans"/>
                </a:rPr>
                <a:t>core.town</a:t>
              </a:r>
              <a:endParaRPr b="1" sz="950">
                <a:solidFill>
                  <a:srgbClr val="FFF2ED"/>
                </a:solidFill>
                <a:latin typeface="IBM Plex Sans"/>
                <a:ea typeface="IBM Plex Sans"/>
                <a:cs typeface="IBM Plex Sans"/>
                <a:sym typeface="IBM Plex Sans"/>
              </a:endParaRPr>
            </a:p>
          </p:txBody>
        </p:sp>
        <p:sp>
          <p:nvSpPr>
            <p:cNvPr id="1061" name="Google Shape;1061;p89"/>
            <p:cNvSpPr txBox="1"/>
            <p:nvPr/>
          </p:nvSpPr>
          <p:spPr>
            <a:xfrm>
              <a:off x="76200" y="238125"/>
              <a:ext cx="1181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town_id</a:t>
              </a:r>
              <a:r>
                <a:rPr b="0" lang="en" sz="800">
                  <a:solidFill>
                    <a:srgbClr val="49070E"/>
                  </a:solidFill>
                  <a:latin typeface="IBM Plex Sans"/>
                  <a:ea typeface="IBM Plex Sans"/>
                  <a:cs typeface="IBM Plex Sans"/>
                  <a:sym typeface="IBM Plex Sans"/>
                </a:rPr>
                <a:t> [PK]</a:t>
              </a:r>
              <a:endParaRPr b="0" sz="80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b="0" lang="en" sz="800">
                  <a:solidFill>
                    <a:srgbClr val="49070E"/>
                  </a:solidFill>
                  <a:latin typeface="IBM Plex Sans"/>
                  <a:ea typeface="IBM Plex Sans"/>
                  <a:cs typeface="IBM Plex Sans"/>
                  <a:sym typeface="IBM Plex Sans"/>
                </a:rPr>
                <a:t>town_name</a:t>
              </a:r>
              <a:endParaRPr b="0" sz="800">
                <a:solidFill>
                  <a:srgbClr val="49070E"/>
                </a:solidFill>
                <a:latin typeface="IBM Plex Sans"/>
                <a:ea typeface="IBM Plex Sans"/>
                <a:cs typeface="IBM Plex Sans"/>
                <a:sym typeface="IBM Plex Sans"/>
              </a:endParaRPr>
            </a:p>
          </p:txBody>
        </p:sp>
      </p:grpSp>
      <p:grpSp>
        <p:nvGrpSpPr>
          <p:cNvPr id="1062" name="Google Shape;1062;p89"/>
          <p:cNvGrpSpPr/>
          <p:nvPr/>
        </p:nvGrpSpPr>
        <p:grpSpPr>
          <a:xfrm>
            <a:off x="428625" y="1905000"/>
            <a:ext cx="1333500" cy="666900"/>
            <a:chOff x="0" y="0"/>
            <a:chExt cx="1333500" cy="666900"/>
          </a:xfrm>
        </p:grpSpPr>
        <p:sp>
          <p:nvSpPr>
            <p:cNvPr id="1063" name="Google Shape;1063;p89"/>
            <p:cNvSpPr/>
            <p:nvPr/>
          </p:nvSpPr>
          <p:spPr>
            <a:xfrm>
              <a:off x="0" y="0"/>
              <a:ext cx="1333500" cy="666900"/>
            </a:xfrm>
            <a:prstGeom prst="roundRect">
              <a:avLst>
                <a:gd fmla="val 8571"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4" name="Google Shape;1064;p89"/>
            <p:cNvSpPr/>
            <p:nvPr/>
          </p:nvSpPr>
          <p:spPr>
            <a:xfrm>
              <a:off x="0" y="0"/>
              <a:ext cx="1333500" cy="209700"/>
            </a:xfrm>
            <a:prstGeom prst="roundRect">
              <a:avLst>
                <a:gd fmla="val 27272"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5" name="Google Shape;1065;p89"/>
            <p:cNvSpPr/>
            <p:nvPr/>
          </p:nvSpPr>
          <p:spPr>
            <a:xfrm>
              <a:off x="0" y="114300"/>
              <a:ext cx="13335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6" name="Google Shape;1066;p89"/>
            <p:cNvSpPr txBox="1"/>
            <p:nvPr/>
          </p:nvSpPr>
          <p:spPr>
            <a:xfrm>
              <a:off x="76200" y="19050"/>
              <a:ext cx="11811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FFF2ED"/>
                  </a:solidFill>
                  <a:latin typeface="IBM Plex Sans"/>
                  <a:ea typeface="IBM Plex Sans"/>
                  <a:cs typeface="IBM Plex Sans"/>
                  <a:sym typeface="IBM Plex Sans"/>
                </a:rPr>
                <a:t>core.flat_type</a:t>
              </a:r>
              <a:endParaRPr b="1" sz="950">
                <a:solidFill>
                  <a:srgbClr val="FFF2ED"/>
                </a:solidFill>
                <a:latin typeface="IBM Plex Sans"/>
                <a:ea typeface="IBM Plex Sans"/>
                <a:cs typeface="IBM Plex Sans"/>
                <a:sym typeface="IBM Plex Sans"/>
              </a:endParaRPr>
            </a:p>
          </p:txBody>
        </p:sp>
        <p:sp>
          <p:nvSpPr>
            <p:cNvPr id="1067" name="Google Shape;1067;p89"/>
            <p:cNvSpPr txBox="1"/>
            <p:nvPr/>
          </p:nvSpPr>
          <p:spPr>
            <a:xfrm>
              <a:off x="76200" y="238125"/>
              <a:ext cx="1181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flat_type_id</a:t>
              </a:r>
              <a:r>
                <a:rPr b="0" lang="en" sz="800">
                  <a:solidFill>
                    <a:srgbClr val="49070E"/>
                  </a:solidFill>
                  <a:latin typeface="IBM Plex Sans"/>
                  <a:ea typeface="IBM Plex Sans"/>
                  <a:cs typeface="IBM Plex Sans"/>
                  <a:sym typeface="IBM Plex Sans"/>
                </a:rPr>
                <a:t> [PK]</a:t>
              </a:r>
              <a:endParaRPr b="0" sz="80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b="0" lang="en" sz="800">
                  <a:solidFill>
                    <a:srgbClr val="49070E"/>
                  </a:solidFill>
                  <a:latin typeface="IBM Plex Sans"/>
                  <a:ea typeface="IBM Plex Sans"/>
                  <a:cs typeface="IBM Plex Sans"/>
                  <a:sym typeface="IBM Plex Sans"/>
                </a:rPr>
                <a:t>flat_type_name</a:t>
              </a:r>
              <a:endParaRPr b="0" sz="800">
                <a:solidFill>
                  <a:srgbClr val="49070E"/>
                </a:solidFill>
                <a:latin typeface="IBM Plex Sans"/>
                <a:ea typeface="IBM Plex Sans"/>
                <a:cs typeface="IBM Plex Sans"/>
                <a:sym typeface="IBM Plex Sans"/>
              </a:endParaRPr>
            </a:p>
          </p:txBody>
        </p:sp>
      </p:grpSp>
      <p:grpSp>
        <p:nvGrpSpPr>
          <p:cNvPr id="1068" name="Google Shape;1068;p89"/>
          <p:cNvGrpSpPr/>
          <p:nvPr/>
        </p:nvGrpSpPr>
        <p:grpSpPr>
          <a:xfrm>
            <a:off x="428625" y="3095625"/>
            <a:ext cx="1333500" cy="666900"/>
            <a:chOff x="0" y="0"/>
            <a:chExt cx="1333500" cy="666900"/>
          </a:xfrm>
        </p:grpSpPr>
        <p:sp>
          <p:nvSpPr>
            <p:cNvPr id="1069" name="Google Shape;1069;p89"/>
            <p:cNvSpPr/>
            <p:nvPr/>
          </p:nvSpPr>
          <p:spPr>
            <a:xfrm>
              <a:off x="0" y="0"/>
              <a:ext cx="1333500" cy="666900"/>
            </a:xfrm>
            <a:prstGeom prst="roundRect">
              <a:avLst>
                <a:gd fmla="val 8571"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0" name="Google Shape;1070;p89"/>
            <p:cNvSpPr/>
            <p:nvPr/>
          </p:nvSpPr>
          <p:spPr>
            <a:xfrm>
              <a:off x="0" y="0"/>
              <a:ext cx="1333500" cy="209700"/>
            </a:xfrm>
            <a:prstGeom prst="roundRect">
              <a:avLst>
                <a:gd fmla="val 27272"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89"/>
            <p:cNvSpPr/>
            <p:nvPr/>
          </p:nvSpPr>
          <p:spPr>
            <a:xfrm>
              <a:off x="0" y="114300"/>
              <a:ext cx="13335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2" name="Google Shape;1072;p89"/>
            <p:cNvSpPr txBox="1"/>
            <p:nvPr/>
          </p:nvSpPr>
          <p:spPr>
            <a:xfrm>
              <a:off x="76200" y="19050"/>
              <a:ext cx="11811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FFF2ED"/>
                  </a:solidFill>
                  <a:latin typeface="IBM Plex Sans"/>
                  <a:ea typeface="IBM Plex Sans"/>
                  <a:cs typeface="IBM Plex Sans"/>
                  <a:sym typeface="IBM Plex Sans"/>
                </a:rPr>
                <a:t>core.flat_model</a:t>
              </a:r>
              <a:endParaRPr b="1" sz="950">
                <a:solidFill>
                  <a:srgbClr val="FFF2ED"/>
                </a:solidFill>
                <a:latin typeface="IBM Plex Sans"/>
                <a:ea typeface="IBM Plex Sans"/>
                <a:cs typeface="IBM Plex Sans"/>
                <a:sym typeface="IBM Plex Sans"/>
              </a:endParaRPr>
            </a:p>
          </p:txBody>
        </p:sp>
        <p:sp>
          <p:nvSpPr>
            <p:cNvPr id="1073" name="Google Shape;1073;p89"/>
            <p:cNvSpPr txBox="1"/>
            <p:nvPr/>
          </p:nvSpPr>
          <p:spPr>
            <a:xfrm>
              <a:off x="76200" y="238125"/>
              <a:ext cx="11811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800">
                  <a:solidFill>
                    <a:srgbClr val="F2631F"/>
                  </a:solidFill>
                  <a:latin typeface="IBM Plex Sans"/>
                  <a:ea typeface="IBM Plex Sans"/>
                  <a:cs typeface="IBM Plex Sans"/>
                  <a:sym typeface="IBM Plex Sans"/>
                </a:rPr>
                <a:t>flat_model_id</a:t>
              </a:r>
              <a:r>
                <a:rPr b="0" lang="en" sz="800">
                  <a:solidFill>
                    <a:srgbClr val="49070E"/>
                  </a:solidFill>
                  <a:latin typeface="IBM Plex Sans"/>
                  <a:ea typeface="IBM Plex Sans"/>
                  <a:cs typeface="IBM Plex Sans"/>
                  <a:sym typeface="IBM Plex Sans"/>
                </a:rPr>
                <a:t> [PK]</a:t>
              </a:r>
              <a:endParaRPr b="0" sz="80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b="0" lang="en" sz="800">
                  <a:solidFill>
                    <a:srgbClr val="49070E"/>
                  </a:solidFill>
                  <a:latin typeface="IBM Plex Sans"/>
                  <a:ea typeface="IBM Plex Sans"/>
                  <a:cs typeface="IBM Plex Sans"/>
                  <a:sym typeface="IBM Plex Sans"/>
                </a:rPr>
                <a:t>flat_model_name</a:t>
              </a:r>
              <a:endParaRPr b="0" sz="800">
                <a:solidFill>
                  <a:srgbClr val="49070E"/>
                </a:solidFill>
                <a:latin typeface="IBM Plex Sans"/>
                <a:ea typeface="IBM Plex Sans"/>
                <a:cs typeface="IBM Plex Sans"/>
                <a:sym typeface="IBM Plex Sans"/>
              </a:endParaRPr>
            </a:p>
          </p:txBody>
        </p:sp>
      </p:grpSp>
      <p:grpSp>
        <p:nvGrpSpPr>
          <p:cNvPr id="1074" name="Google Shape;1074;p89"/>
          <p:cNvGrpSpPr/>
          <p:nvPr/>
        </p:nvGrpSpPr>
        <p:grpSpPr>
          <a:xfrm>
            <a:off x="3238500" y="1428750"/>
            <a:ext cx="2190900" cy="1666800"/>
            <a:chOff x="0" y="0"/>
            <a:chExt cx="2190900" cy="1666800"/>
          </a:xfrm>
        </p:grpSpPr>
        <p:sp>
          <p:nvSpPr>
            <p:cNvPr id="1075" name="Google Shape;1075;p89"/>
            <p:cNvSpPr/>
            <p:nvPr/>
          </p:nvSpPr>
          <p:spPr>
            <a:xfrm>
              <a:off x="0" y="0"/>
              <a:ext cx="2190900" cy="1666800"/>
            </a:xfrm>
            <a:prstGeom prst="roundRect">
              <a:avLst>
                <a:gd fmla="val 3428" name="adj"/>
              </a:avLst>
            </a:prstGeom>
            <a:solidFill>
              <a:srgbClr val="FFFFFF">
                <a:alpha val="90000"/>
              </a:srgbClr>
            </a:solidFill>
            <a:ln cap="flat" cmpd="sng" w="19050">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6" name="Google Shape;1076;p89"/>
            <p:cNvSpPr/>
            <p:nvPr/>
          </p:nvSpPr>
          <p:spPr>
            <a:xfrm>
              <a:off x="0" y="0"/>
              <a:ext cx="2190900" cy="247800"/>
            </a:xfrm>
            <a:prstGeom prst="roundRect">
              <a:avLst>
                <a:gd fmla="val 23076"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7" name="Google Shape;1077;p89"/>
            <p:cNvSpPr/>
            <p:nvPr/>
          </p:nvSpPr>
          <p:spPr>
            <a:xfrm>
              <a:off x="0" y="152400"/>
              <a:ext cx="21909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8" name="Google Shape;1078;p89"/>
            <p:cNvSpPr txBox="1"/>
            <p:nvPr/>
          </p:nvSpPr>
          <p:spPr>
            <a:xfrm>
              <a:off x="95250" y="28575"/>
              <a:ext cx="20001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50">
                  <a:solidFill>
                    <a:srgbClr val="FFF2ED"/>
                  </a:solidFill>
                  <a:latin typeface="IBM Plex Sans"/>
                  <a:ea typeface="IBM Plex Sans"/>
                  <a:cs typeface="IBM Plex Sans"/>
                  <a:sym typeface="IBM Plex Sans"/>
                </a:rPr>
                <a:t>core.resale_transaction</a:t>
              </a:r>
              <a:endParaRPr b="1" sz="950">
                <a:solidFill>
                  <a:srgbClr val="FFF2ED"/>
                </a:solidFill>
                <a:latin typeface="IBM Plex Sans"/>
                <a:ea typeface="IBM Plex Sans"/>
                <a:cs typeface="IBM Plex Sans"/>
                <a:sym typeface="IBM Plex Sans"/>
              </a:endParaRPr>
            </a:p>
          </p:txBody>
        </p:sp>
        <p:sp>
          <p:nvSpPr>
            <p:cNvPr id="1079" name="Google Shape;1079;p89"/>
            <p:cNvSpPr txBox="1"/>
            <p:nvPr/>
          </p:nvSpPr>
          <p:spPr>
            <a:xfrm>
              <a:off x="95250" y="285750"/>
              <a:ext cx="20001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800">
                  <a:solidFill>
                    <a:srgbClr val="F2631F"/>
                  </a:solidFill>
                  <a:latin typeface="IBM Plex Sans"/>
                  <a:ea typeface="IBM Plex Sans"/>
                  <a:cs typeface="IBM Plex Sans"/>
                  <a:sym typeface="IBM Plex Sans"/>
                </a:rPr>
                <a:t>transaction_id</a:t>
              </a:r>
              <a:r>
                <a:rPr b="0" i="0" lang="en" sz="800">
                  <a:solidFill>
                    <a:srgbClr val="49070E"/>
                  </a:solidFill>
                  <a:latin typeface="IBM Plex Sans"/>
                  <a:ea typeface="IBM Plex Sans"/>
                  <a:cs typeface="IBM Plex Sans"/>
                  <a:sym typeface="IBM Plex Sans"/>
                </a:rPr>
                <a:t> [PK]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source_row_id [UQ]</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1" i="0" lang="en" sz="800">
                  <a:solidFill>
                    <a:srgbClr val="A83210"/>
                  </a:solidFill>
                  <a:latin typeface="IBM Plex Sans"/>
                  <a:ea typeface="IBM Plex Sans"/>
                  <a:cs typeface="IBM Plex Sans"/>
                  <a:sym typeface="IBM Plex Sans"/>
                </a:rPr>
                <a:t>town_id</a:t>
              </a:r>
              <a:r>
                <a:rPr b="0" i="0" lang="en" sz="800">
                  <a:solidFill>
                    <a:srgbClr val="49070E"/>
                  </a:solidFill>
                  <a:latin typeface="IBM Plex Sans"/>
                  <a:ea typeface="IBM Plex Sans"/>
                  <a:cs typeface="IBM Plex Sans"/>
                  <a:sym typeface="IBM Plex Sans"/>
                </a:rPr>
                <a:t> [FK]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1" i="0" lang="en" sz="800">
                  <a:solidFill>
                    <a:srgbClr val="A83210"/>
                  </a:solidFill>
                  <a:latin typeface="IBM Plex Sans"/>
                  <a:ea typeface="IBM Plex Sans"/>
                  <a:cs typeface="IBM Plex Sans"/>
                  <a:sym typeface="IBM Plex Sans"/>
                </a:rPr>
                <a:t>flat_type_id</a:t>
              </a:r>
              <a:r>
                <a:rPr b="0" i="0" lang="en" sz="800">
                  <a:solidFill>
                    <a:srgbClr val="49070E"/>
                  </a:solidFill>
                  <a:latin typeface="IBM Plex Sans"/>
                  <a:ea typeface="IBM Plex Sans"/>
                  <a:cs typeface="IBM Plex Sans"/>
                  <a:sym typeface="IBM Plex Sans"/>
                </a:rPr>
                <a:t> [FK]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1" i="0" lang="en" sz="800">
                  <a:solidFill>
                    <a:srgbClr val="A83210"/>
                  </a:solidFill>
                  <a:latin typeface="IBM Plex Sans"/>
                  <a:ea typeface="IBM Plex Sans"/>
                  <a:cs typeface="IBM Plex Sans"/>
                  <a:sym typeface="IBM Plex Sans"/>
                </a:rPr>
                <a:t>flat_model_id</a:t>
              </a:r>
              <a:r>
                <a:rPr b="0" i="0" lang="en" sz="800">
                  <a:solidFill>
                    <a:srgbClr val="49070E"/>
                  </a:solidFill>
                  <a:latin typeface="IBM Plex Sans"/>
                  <a:ea typeface="IBM Plex Sans"/>
                  <a:cs typeface="IBM Plex Sans"/>
                  <a:sym typeface="IBM Plex Sans"/>
                </a:rPr>
                <a:t> [FK]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1" i="0" lang="en" sz="800">
                  <a:solidFill>
                    <a:srgbClr val="A83210"/>
                  </a:solidFill>
                  <a:latin typeface="IBM Plex Sans"/>
                  <a:ea typeface="IBM Plex Sans"/>
                  <a:cs typeface="IBM Plex Sans"/>
                  <a:sym typeface="IBM Plex Sans"/>
                </a:rPr>
                <a:t>block_id</a:t>
              </a:r>
              <a:r>
                <a:rPr b="0" i="0" lang="en" sz="800">
                  <a:solidFill>
                    <a:srgbClr val="49070E"/>
                  </a:solidFill>
                  <a:latin typeface="IBM Plex Sans"/>
                  <a:ea typeface="IBM Plex Sans"/>
                  <a:cs typeface="IBM Plex Sans"/>
                  <a:sym typeface="IBM Plex Sans"/>
                </a:rPr>
                <a:t> [FK]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month</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floor_area_sqm</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resale_price</a:t>
              </a:r>
              <a:endParaRPr b="1" i="0" sz="800">
                <a:solidFill>
                  <a:srgbClr val="F2631F"/>
                </a:solidFill>
                <a:latin typeface="IBM Plex Sans"/>
                <a:ea typeface="IBM Plex Sans"/>
                <a:cs typeface="IBM Plex Sans"/>
                <a:sym typeface="IBM Plex Sans"/>
              </a:endParaRPr>
            </a:p>
          </p:txBody>
        </p:sp>
      </p:grpSp>
      <p:grpSp>
        <p:nvGrpSpPr>
          <p:cNvPr id="1080" name="Google Shape;1080;p89"/>
          <p:cNvGrpSpPr/>
          <p:nvPr/>
        </p:nvGrpSpPr>
        <p:grpSpPr>
          <a:xfrm>
            <a:off x="6715125" y="1143000"/>
            <a:ext cx="2000100" cy="2190900"/>
            <a:chOff x="0" y="0"/>
            <a:chExt cx="2000100" cy="2190900"/>
          </a:xfrm>
        </p:grpSpPr>
        <p:sp>
          <p:nvSpPr>
            <p:cNvPr id="1081" name="Google Shape;1081;p89"/>
            <p:cNvSpPr/>
            <p:nvPr/>
          </p:nvSpPr>
          <p:spPr>
            <a:xfrm>
              <a:off x="0" y="0"/>
              <a:ext cx="2000100" cy="2190900"/>
            </a:xfrm>
            <a:prstGeom prst="roundRect">
              <a:avLst>
                <a:gd fmla="val 3809" name="adj"/>
              </a:avLst>
            </a:prstGeom>
            <a:solidFill>
              <a:srgbClr val="FFFFFF">
                <a:alpha val="8500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2" name="Google Shape;1082;p89"/>
            <p:cNvSpPr txBox="1"/>
            <p:nvPr/>
          </p:nvSpPr>
          <p:spPr>
            <a:xfrm>
              <a:off x="114300" y="95250"/>
              <a:ext cx="17718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rgbClr val="F2631F"/>
                  </a:solidFill>
                  <a:latin typeface="IBM Plex Sans"/>
                  <a:ea typeface="IBM Plex Sans"/>
                  <a:cs typeface="IBM Plex Sans"/>
                  <a:sym typeface="IBM Plex Sans"/>
                </a:rPr>
                <a:t>Why normalization?</a:t>
              </a:r>
              <a:endParaRPr b="1" sz="1000">
                <a:solidFill>
                  <a:srgbClr val="F2631F"/>
                </a:solidFill>
                <a:latin typeface="IBM Plex Sans"/>
                <a:ea typeface="IBM Plex Sans"/>
                <a:cs typeface="IBM Plex Sans"/>
                <a:sym typeface="IBM Plex Sans"/>
              </a:endParaRPr>
            </a:p>
          </p:txBody>
        </p:sp>
        <p:sp>
          <p:nvSpPr>
            <p:cNvPr id="1083" name="Google Shape;1083;p89"/>
            <p:cNvSpPr txBox="1"/>
            <p:nvPr/>
          </p:nvSpPr>
          <p:spPr>
            <a:xfrm>
              <a:off x="114300" y="333375"/>
              <a:ext cx="1771800" cy="1762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800">
                  <a:solidFill>
                    <a:srgbClr val="49070E"/>
                  </a:solidFill>
                  <a:latin typeface="IBM Plex Sans"/>
                  <a:ea typeface="IBM Plex Sans"/>
                  <a:cs typeface="IBM Plex Sans"/>
                  <a:sym typeface="IBM Plex Sans"/>
                </a:rPr>
                <a:t>• </a:t>
              </a:r>
              <a:r>
                <a:rPr b="1" lang="en" sz="800">
                  <a:solidFill>
                    <a:srgbClr val="49070E"/>
                  </a:solidFill>
                  <a:latin typeface="IBM Plex Sans"/>
                  <a:ea typeface="IBM Plex Sans"/>
                  <a:cs typeface="IBM Plex Sans"/>
                  <a:sym typeface="IBM Plex Sans"/>
                </a:rPr>
                <a:t>Reduces repeated category data</a:t>
              </a:r>
              <a:br>
                <a:rPr b="0" lang="en" sz="800">
                  <a:solidFill>
                    <a:srgbClr val="49070E"/>
                  </a:solidFill>
                  <a:latin typeface="IBM Plex Sans"/>
                  <a:ea typeface="IBM Plex Sans"/>
                  <a:cs typeface="IBM Plex Sans"/>
                  <a:sym typeface="IBM Plex Sans"/>
                </a:rPr>
              </a:br>
              <a:r>
                <a:rPr b="0" lang="en" sz="800">
                  <a:solidFill>
                    <a:srgbClr val="7A4B4E"/>
                  </a:solidFill>
                  <a:latin typeface="IBM Plex Sans"/>
                  <a:ea typeface="IBM Plex Sans"/>
                  <a:cs typeface="IBM Plex Sans"/>
                  <a:sym typeface="IBM Plex Sans"/>
                </a:rPr>
                <a:t>Eliminates redundant text strings.</a:t>
              </a:r>
              <a:endParaRPr b="0" sz="800">
                <a:solidFill>
                  <a:srgbClr val="49070E"/>
                </a:solidFill>
                <a:latin typeface="IBM Plex Sans"/>
                <a:ea typeface="IBM Plex Sans"/>
                <a:cs typeface="IBM Plex Sans"/>
                <a:sym typeface="IBM Plex Sans"/>
              </a:endParaRPr>
            </a:p>
            <a:p>
              <a:pPr indent="0" lvl="0" marL="0" rtl="0" algn="l">
                <a:spcBef>
                  <a:spcPts val="600"/>
                </a:spcBef>
                <a:spcAft>
                  <a:spcPts val="0"/>
                </a:spcAft>
                <a:buNone/>
              </a:pPr>
              <a:r>
                <a:rPr b="0" lang="en" sz="800">
                  <a:solidFill>
                    <a:srgbClr val="49070E"/>
                  </a:solidFill>
                  <a:latin typeface="IBM Plex Sans"/>
                  <a:ea typeface="IBM Plex Sans"/>
                  <a:cs typeface="IBM Plex Sans"/>
                  <a:sym typeface="IBM Plex Sans"/>
                </a:rPr>
                <a:t>• </a:t>
              </a:r>
              <a:r>
                <a:rPr b="1" lang="en" sz="800">
                  <a:solidFill>
                    <a:srgbClr val="49070E"/>
                  </a:solidFill>
                  <a:latin typeface="IBM Plex Sans"/>
                  <a:ea typeface="IBM Plex Sans"/>
                  <a:cs typeface="IBM Plex Sans"/>
                  <a:sym typeface="IBM Plex Sans"/>
                </a:rPr>
                <a:t>Enforces valid relationships</a:t>
              </a:r>
              <a:br>
                <a:rPr b="0" lang="en" sz="800">
                  <a:solidFill>
                    <a:srgbClr val="49070E"/>
                  </a:solidFill>
                  <a:latin typeface="IBM Plex Sans"/>
                  <a:ea typeface="IBM Plex Sans"/>
                  <a:cs typeface="IBM Plex Sans"/>
                  <a:sym typeface="IBM Plex Sans"/>
                </a:rPr>
              </a:br>
              <a:r>
                <a:rPr b="0" lang="en" sz="800">
                  <a:solidFill>
                    <a:srgbClr val="7A4B4E"/>
                  </a:solidFill>
                  <a:latin typeface="IBM Plex Sans"/>
                  <a:ea typeface="IBM Plex Sans"/>
                  <a:cs typeface="IBM Plex Sans"/>
                  <a:sym typeface="IBM Plex Sans"/>
                </a:rPr>
                <a:t>Foreign keys ensure integrity.</a:t>
              </a:r>
              <a:endParaRPr b="0" sz="800">
                <a:solidFill>
                  <a:srgbClr val="49070E"/>
                </a:solidFill>
                <a:latin typeface="IBM Plex Sans"/>
                <a:ea typeface="IBM Plex Sans"/>
                <a:cs typeface="IBM Plex Sans"/>
                <a:sym typeface="IBM Plex Sans"/>
              </a:endParaRPr>
            </a:p>
            <a:p>
              <a:pPr indent="0" lvl="0" marL="0" rtl="0" algn="l">
                <a:spcBef>
                  <a:spcPts val="600"/>
                </a:spcBef>
                <a:spcAft>
                  <a:spcPts val="0"/>
                </a:spcAft>
                <a:buNone/>
              </a:pPr>
              <a:r>
                <a:rPr b="0" lang="en" sz="800">
                  <a:solidFill>
                    <a:srgbClr val="49070E"/>
                  </a:solidFill>
                  <a:latin typeface="IBM Plex Sans"/>
                  <a:ea typeface="IBM Plex Sans"/>
                  <a:cs typeface="IBM Plex Sans"/>
                  <a:sym typeface="IBM Plex Sans"/>
                </a:rPr>
                <a:t>• </a:t>
              </a:r>
              <a:r>
                <a:rPr b="1" lang="en" sz="800">
                  <a:solidFill>
                    <a:srgbClr val="49070E"/>
                  </a:solidFill>
                  <a:latin typeface="IBM Plex Sans"/>
                  <a:ea typeface="IBM Plex Sans"/>
                  <a:cs typeface="IBM Plex Sans"/>
                  <a:sym typeface="IBM Plex Sans"/>
                </a:rPr>
                <a:t>Improves consistency</a:t>
              </a:r>
              <a:br>
                <a:rPr b="0" lang="en" sz="800">
                  <a:solidFill>
                    <a:srgbClr val="49070E"/>
                  </a:solidFill>
                  <a:latin typeface="IBM Plex Sans"/>
                  <a:ea typeface="IBM Plex Sans"/>
                  <a:cs typeface="IBM Plex Sans"/>
                  <a:sym typeface="IBM Plex Sans"/>
                </a:rPr>
              </a:br>
              <a:r>
                <a:rPr b="0" lang="en" sz="800">
                  <a:solidFill>
                    <a:srgbClr val="7A4B4E"/>
                  </a:solidFill>
                  <a:latin typeface="IBM Plex Sans"/>
                  <a:ea typeface="IBM Plex Sans"/>
                  <a:cs typeface="IBM Plex Sans"/>
                  <a:sym typeface="IBM Plex Sans"/>
                </a:rPr>
                <a:t>Single source of truth for entities.</a:t>
              </a:r>
              <a:endParaRPr b="0" sz="800">
                <a:solidFill>
                  <a:srgbClr val="49070E"/>
                </a:solidFill>
                <a:latin typeface="IBM Plex Sans"/>
                <a:ea typeface="IBM Plex Sans"/>
                <a:cs typeface="IBM Plex Sans"/>
                <a:sym typeface="IBM Plex Sans"/>
              </a:endParaRPr>
            </a:p>
            <a:p>
              <a:pPr indent="0" lvl="0" marL="0" rtl="0" algn="l">
                <a:spcBef>
                  <a:spcPts val="600"/>
                </a:spcBef>
                <a:spcAft>
                  <a:spcPts val="0"/>
                </a:spcAft>
                <a:buNone/>
              </a:pPr>
              <a:r>
                <a:rPr b="0" lang="en" sz="800">
                  <a:solidFill>
                    <a:srgbClr val="49070E"/>
                  </a:solidFill>
                  <a:latin typeface="IBM Plex Sans"/>
                  <a:ea typeface="IBM Plex Sans"/>
                  <a:cs typeface="IBM Plex Sans"/>
                  <a:sym typeface="IBM Plex Sans"/>
                </a:rPr>
                <a:t>• </a:t>
              </a:r>
              <a:r>
                <a:rPr b="1" lang="en" sz="800">
                  <a:solidFill>
                    <a:srgbClr val="49070E"/>
                  </a:solidFill>
                  <a:latin typeface="IBM Plex Sans"/>
                  <a:ea typeface="IBM Plex Sans"/>
                  <a:cs typeface="IBM Plex Sans"/>
                  <a:sym typeface="IBM Plex Sans"/>
                </a:rPr>
                <a:t>Simplifies maintenance</a:t>
              </a:r>
              <a:br>
                <a:rPr b="0" lang="en" sz="800">
                  <a:solidFill>
                    <a:srgbClr val="49070E"/>
                  </a:solidFill>
                  <a:latin typeface="IBM Plex Sans"/>
                  <a:ea typeface="IBM Plex Sans"/>
                  <a:cs typeface="IBM Plex Sans"/>
                  <a:sym typeface="IBM Plex Sans"/>
                </a:rPr>
              </a:br>
              <a:r>
                <a:rPr b="0" lang="en" sz="800">
                  <a:solidFill>
                    <a:srgbClr val="7A4B4E"/>
                  </a:solidFill>
                  <a:latin typeface="IBM Plex Sans"/>
                  <a:ea typeface="IBM Plex Sans"/>
                  <a:cs typeface="IBM Plex Sans"/>
                  <a:sym typeface="IBM Plex Sans"/>
                </a:rPr>
                <a:t>Easier updates and smaller storage.</a:t>
              </a:r>
              <a:endParaRPr b="0" sz="800">
                <a:solidFill>
                  <a:srgbClr val="49070E"/>
                </a:solidFill>
                <a:latin typeface="IBM Plex Sans"/>
                <a:ea typeface="IBM Plex Sans"/>
                <a:cs typeface="IBM Plex Sans"/>
                <a:sym typeface="IBM Plex Sans"/>
              </a:endParaRPr>
            </a:p>
          </p:txBody>
        </p:sp>
      </p:grpSp>
      <p:grpSp>
        <p:nvGrpSpPr>
          <p:cNvPr id="1084" name="Google Shape;1084;p89"/>
          <p:cNvGrpSpPr/>
          <p:nvPr/>
        </p:nvGrpSpPr>
        <p:grpSpPr>
          <a:xfrm>
            <a:off x="428625" y="3981450"/>
            <a:ext cx="8286900" cy="400200"/>
            <a:chOff x="0" y="0"/>
            <a:chExt cx="8286900" cy="400200"/>
          </a:xfrm>
        </p:grpSpPr>
        <p:sp>
          <p:nvSpPr>
            <p:cNvPr id="1085" name="Google Shape;1085;p89"/>
            <p:cNvSpPr/>
            <p:nvPr/>
          </p:nvSpPr>
          <p:spPr>
            <a:xfrm>
              <a:off x="0" y="0"/>
              <a:ext cx="82869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6" name="Google Shape;1086;p89"/>
            <p:cNvSpPr txBox="1"/>
            <p:nvPr/>
          </p:nvSpPr>
          <p:spPr>
            <a:xfrm>
              <a:off x="142875" y="47625"/>
              <a:ext cx="8001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i="1" lang="en" sz="950">
                  <a:solidFill>
                    <a:srgbClr val="49070E"/>
                  </a:solidFill>
                  <a:latin typeface="IBM Plex Sans"/>
                  <a:ea typeface="IBM Plex Sans"/>
                  <a:cs typeface="IBM Plex Sans"/>
                  <a:sym typeface="IBM Plex Sans"/>
                </a:rPr>
                <a:t>The central transaction table stores sales, while reusable property and category information is maintained in related tables.</a:t>
              </a:r>
              <a:endParaRPr b="0" i="1" sz="950">
                <a:solidFill>
                  <a:srgbClr val="49070E"/>
                </a:solidFill>
                <a:latin typeface="IBM Plex Sans"/>
                <a:ea typeface="IBM Plex Sans"/>
                <a:cs typeface="IBM Plex Sans"/>
                <a:sym typeface="IBM Plex Sans"/>
              </a:endParaRPr>
            </a:p>
          </p:txBody>
        </p:sp>
      </p:grpSp>
      <p:grpSp>
        <p:nvGrpSpPr>
          <p:cNvPr id="1087" name="Google Shape;1087;p89"/>
          <p:cNvGrpSpPr/>
          <p:nvPr/>
        </p:nvGrpSpPr>
        <p:grpSpPr>
          <a:xfrm>
            <a:off x="5143500" y="400050"/>
            <a:ext cx="1333500" cy="971700"/>
            <a:chOff x="0" y="0"/>
            <a:chExt cx="1333500" cy="971700"/>
          </a:xfrm>
        </p:grpSpPr>
        <p:sp>
          <p:nvSpPr>
            <p:cNvPr id="1088" name="Google Shape;1088;p89"/>
            <p:cNvSpPr/>
            <p:nvPr/>
          </p:nvSpPr>
          <p:spPr>
            <a:xfrm>
              <a:off x="0" y="0"/>
              <a:ext cx="1333500" cy="971700"/>
            </a:xfrm>
            <a:prstGeom prst="roundRect">
              <a:avLst>
                <a:gd fmla="val 5882"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9" name="Google Shape;1089;p89"/>
            <p:cNvSpPr/>
            <p:nvPr/>
          </p:nvSpPr>
          <p:spPr>
            <a:xfrm>
              <a:off x="0" y="0"/>
              <a:ext cx="1333500" cy="209700"/>
            </a:xfrm>
            <a:prstGeom prst="roundRect">
              <a:avLst>
                <a:gd fmla="val 27272"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0" name="Google Shape;1090;p89"/>
            <p:cNvSpPr/>
            <p:nvPr/>
          </p:nvSpPr>
          <p:spPr>
            <a:xfrm>
              <a:off x="0" y="114300"/>
              <a:ext cx="13335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1" name="Google Shape;1091;p89"/>
            <p:cNvSpPr txBox="1"/>
            <p:nvPr/>
          </p:nvSpPr>
          <p:spPr>
            <a:xfrm>
              <a:off x="76200" y="19050"/>
              <a:ext cx="1181100" cy="171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950">
                  <a:solidFill>
                    <a:srgbClr val="FFF2ED"/>
                  </a:solidFill>
                  <a:latin typeface="IBM Plex Sans"/>
                  <a:ea typeface="IBM Plex Sans"/>
                  <a:cs typeface="IBM Plex Sans"/>
                  <a:sym typeface="IBM Plex Sans"/>
                </a:rPr>
                <a:t>core.hdb_block</a:t>
              </a:r>
              <a:endParaRPr b="1" i="0" sz="950">
                <a:solidFill>
                  <a:srgbClr val="FFF2ED"/>
                </a:solidFill>
                <a:latin typeface="IBM Plex Sans"/>
                <a:ea typeface="IBM Plex Sans"/>
                <a:cs typeface="IBM Plex Sans"/>
                <a:sym typeface="IBM Plex Sans"/>
              </a:endParaRPr>
            </a:p>
          </p:txBody>
        </p:sp>
        <p:sp>
          <p:nvSpPr>
            <p:cNvPr id="1092" name="Google Shape;1092;p89"/>
            <p:cNvSpPr txBox="1"/>
            <p:nvPr/>
          </p:nvSpPr>
          <p:spPr>
            <a:xfrm>
              <a:off x="76200" y="238125"/>
              <a:ext cx="1181100" cy="714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800">
                  <a:solidFill>
                    <a:srgbClr val="F2631F"/>
                  </a:solidFill>
                  <a:latin typeface="IBM Plex Sans"/>
                  <a:ea typeface="IBM Plex Sans"/>
                  <a:cs typeface="IBM Plex Sans"/>
                  <a:sym typeface="IBM Plex Sans"/>
                </a:rPr>
                <a:t>block_id</a:t>
              </a:r>
              <a:r>
                <a:rPr b="0" i="0" lang="en" sz="800">
                  <a:solidFill>
                    <a:srgbClr val="49070E"/>
                  </a:solidFill>
                  <a:latin typeface="IBM Plex Sans"/>
                  <a:ea typeface="IBM Plex Sans"/>
                  <a:cs typeface="IBM Plex Sans"/>
                  <a:sym typeface="IBM Plex Sans"/>
                </a:rPr>
                <a:t> [PK]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address_key [UQ]</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block</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street</a:t>
              </a:r>
              <a:endParaRPr b="1" i="0" sz="800">
                <a:solidFill>
                  <a:srgbClr val="F2631F"/>
                </a:solidFill>
                <a:latin typeface="IBM Plex Sans"/>
                <a:ea typeface="IBM Plex Sans"/>
                <a:cs typeface="IBM Plex Sans"/>
                <a:sym typeface="IBM Plex Sans"/>
              </a:endParaRPr>
            </a:p>
            <a:p>
              <a:pPr indent="0" lvl="0" marL="0" rtl="0" algn="l">
                <a:spcBef>
                  <a:spcPts val="0"/>
                </a:spcBef>
                <a:spcAft>
                  <a:spcPts val="0"/>
                </a:spcAft>
                <a:buNone/>
              </a:pPr>
              <a:r>
                <a:rPr b="0" i="0" lang="en" sz="800">
                  <a:solidFill>
                    <a:srgbClr val="49070E"/>
                  </a:solidFill>
                  <a:latin typeface="IBM Plex Sans"/>
                  <a:ea typeface="IBM Plex Sans"/>
                  <a:cs typeface="IBM Plex Sans"/>
                  <a:sym typeface="IBM Plex Sans"/>
                </a:rPr>
                <a:t>year_completed</a:t>
              </a:r>
              <a:endParaRPr b="1" i="0" sz="800">
                <a:solidFill>
                  <a:srgbClr val="F2631F"/>
                </a:solidFill>
                <a:latin typeface="IBM Plex Sans"/>
                <a:ea typeface="IBM Plex Sans"/>
                <a:cs typeface="IBM Plex Sans"/>
                <a:sym typeface="IBM Plex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9070E"/>
        </a:solidFill>
      </p:bgPr>
    </p:bg>
    <p:spTree>
      <p:nvGrpSpPr>
        <p:cNvPr id="1096" name="Shape 1096"/>
        <p:cNvGrpSpPr/>
        <p:nvPr/>
      </p:nvGrpSpPr>
      <p:grpSpPr>
        <a:xfrm>
          <a:off x="0" y="0"/>
          <a:ext cx="0" cy="0"/>
          <a:chOff x="0" y="0"/>
          <a:chExt cx="0" cy="0"/>
        </a:xfrm>
      </p:grpSpPr>
      <p:sp>
        <p:nvSpPr>
          <p:cNvPr id="1097" name="Google Shape;1097;p90"/>
          <p:cNvSpPr/>
          <p:nvPr/>
        </p:nvSpPr>
        <p:spPr>
          <a:xfrm>
            <a:off x="-476250" y="0"/>
            <a:ext cx="4762500" cy="3838500"/>
          </a:xfrm>
          <a:custGeom>
            <a:rect b="b" l="l" r="r" t="t"/>
            <a:pathLst>
              <a:path extrusionOk="0" h="120000" w="120000">
                <a:moveTo>
                  <a:pt x="0" y="120000"/>
                </a:moveTo>
                <a:cubicBezTo>
                  <a:pt x="45840" y="0"/>
                  <a:pt x="100080" y="14293"/>
                  <a:pt x="120000" y="55385"/>
                </a:cubicBezTo>
              </a:path>
            </a:pathLst>
          </a:cu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8" name="Google Shape;1098;p90"/>
          <p:cNvSpPr/>
          <p:nvPr/>
        </p:nvSpPr>
        <p:spPr>
          <a:xfrm>
            <a:off x="476250" y="3714750"/>
            <a:ext cx="1333500" cy="1333500"/>
          </a:xfrm>
          <a:prstGeom prst="ellipse">
            <a:avLst/>
          </a:prstGeom>
          <a:solidFill>
            <a:srgbClr val="000000">
              <a:alpha val="0"/>
            </a:srgbClr>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099" name="Google Shape;1099;p90"/>
          <p:cNvCxnSpPr/>
          <p:nvPr/>
        </p:nvCxnSpPr>
        <p:spPr>
          <a:xfrm>
            <a:off x="0" y="4572000"/>
            <a:ext cx="9144000" cy="0"/>
          </a:xfrm>
          <a:prstGeom prst="straightConnector1">
            <a:avLst/>
          </a:prstGeom>
          <a:solidFill>
            <a:srgbClr val="FFFFFF"/>
          </a:solidFill>
          <a:ln cap="flat" cmpd="sng" w="9525">
            <a:solidFill>
              <a:srgbClr val="F2631F"/>
            </a:solidFill>
            <a:prstDash val="solid"/>
            <a:round/>
            <a:headEnd len="sm" w="sm" type="none"/>
            <a:tailEnd len="sm" w="sm" type="none"/>
          </a:ln>
        </p:spPr>
      </p:cxnSp>
      <p:sp>
        <p:nvSpPr>
          <p:cNvPr id="1100" name="Google Shape;1100;p90"/>
          <p:cNvSpPr txBox="1"/>
          <p:nvPr/>
        </p:nvSpPr>
        <p:spPr>
          <a:xfrm>
            <a:off x="428625" y="190500"/>
            <a:ext cx="82869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FFF2ED"/>
                </a:solidFill>
                <a:latin typeface="IBM Plex Sans"/>
                <a:ea typeface="IBM Plex Sans"/>
                <a:cs typeface="IBM Plex Sans"/>
                <a:sym typeface="IBM Plex Sans"/>
              </a:rPr>
              <a:t>PostgreSQL Implementation</a:t>
            </a:r>
            <a:endParaRPr b="1" sz="2000">
              <a:solidFill>
                <a:srgbClr val="FFF2ED"/>
              </a:solidFill>
              <a:latin typeface="IBM Plex Sans"/>
              <a:ea typeface="IBM Plex Sans"/>
              <a:cs typeface="IBM Plex Sans"/>
              <a:sym typeface="IBM Plex Sans"/>
            </a:endParaRPr>
          </a:p>
        </p:txBody>
      </p:sp>
      <p:grpSp>
        <p:nvGrpSpPr>
          <p:cNvPr id="1101" name="Google Shape;1101;p90"/>
          <p:cNvGrpSpPr/>
          <p:nvPr/>
        </p:nvGrpSpPr>
        <p:grpSpPr>
          <a:xfrm>
            <a:off x="428625" y="552450"/>
            <a:ext cx="8286900" cy="190500"/>
            <a:chOff x="0" y="0"/>
            <a:chExt cx="8286900" cy="190500"/>
          </a:xfrm>
        </p:grpSpPr>
        <p:sp>
          <p:nvSpPr>
            <p:cNvPr id="1102" name="Google Shape;1102;p90"/>
            <p:cNvSpPr/>
            <p:nvPr/>
          </p:nvSpPr>
          <p:spPr>
            <a:xfrm>
              <a:off x="0" y="0"/>
              <a:ext cx="8286900" cy="190500"/>
            </a:xfrm>
            <a:prstGeom prst="roundRect">
              <a:avLst>
                <a:gd fmla="val 50000" name="adj"/>
              </a:avLst>
            </a:prstGeom>
            <a:solidFill>
              <a:srgbClr val="310408"/>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3" name="Google Shape;1103;p90"/>
            <p:cNvSpPr txBox="1"/>
            <p:nvPr/>
          </p:nvSpPr>
          <p:spPr>
            <a:xfrm>
              <a:off x="95250" y="0"/>
              <a:ext cx="80964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 sz="750">
                  <a:solidFill>
                    <a:srgbClr val="FFC490"/>
                  </a:solidFill>
                  <a:latin typeface="IBM Plex Sans SemiBold"/>
                  <a:ea typeface="IBM Plex Sans SemiBold"/>
                  <a:cs typeface="IBM Plex Sans SemiBold"/>
                  <a:sym typeface="IBM Plex Sans SemiBold"/>
                </a:rPr>
                <a:t>Processed files </a:t>
              </a:r>
              <a:r>
                <a:rPr b="0" i="0" lang="en" sz="750">
                  <a:solidFill>
                    <a:srgbClr val="F2631F"/>
                  </a:solidFill>
                  <a:latin typeface="IBM Plex Sans SemiBold"/>
                  <a:ea typeface="IBM Plex Sans SemiBold"/>
                  <a:cs typeface="IBM Plex Sans SemiBold"/>
                  <a:sym typeface="IBM Plex Sans SemiBold"/>
                </a:rPr>
                <a:t>→</a:t>
              </a:r>
              <a:r>
                <a:rPr b="0" i="0" lang="en" sz="750">
                  <a:solidFill>
                    <a:srgbClr val="FFC490"/>
                  </a:solidFill>
                  <a:latin typeface="IBM Plex Sans SemiBold"/>
                  <a:ea typeface="IBM Plex Sans SemiBold"/>
                  <a:cs typeface="IBM Plex Sans SemiBold"/>
                  <a:sym typeface="IBM Plex Sans SemiBold"/>
                </a:rPr>
                <a:t> Staging </a:t>
              </a:r>
              <a:r>
                <a:rPr b="0" i="0" lang="en" sz="750">
                  <a:solidFill>
                    <a:srgbClr val="F2631F"/>
                  </a:solidFill>
                  <a:latin typeface="IBM Plex Sans SemiBold"/>
                  <a:ea typeface="IBM Plex Sans SemiBold"/>
                  <a:cs typeface="IBM Plex Sans SemiBold"/>
                  <a:sym typeface="IBM Plex Sans SemiBold"/>
                </a:rPr>
                <a:t>→</a:t>
              </a:r>
              <a:r>
                <a:rPr b="0" i="0" lang="en" sz="750">
                  <a:solidFill>
                    <a:srgbClr val="FFC490"/>
                  </a:solidFill>
                  <a:latin typeface="IBM Plex Sans SemiBold"/>
                  <a:ea typeface="IBM Plex Sans SemiBold"/>
                  <a:cs typeface="IBM Plex Sans SemiBold"/>
                  <a:sym typeface="IBM Plex Sans SemiBold"/>
                </a:rPr>
                <a:t> Core </a:t>
              </a:r>
              <a:r>
                <a:rPr b="0" i="0" lang="en" sz="750">
                  <a:solidFill>
                    <a:srgbClr val="F2631F"/>
                  </a:solidFill>
                  <a:latin typeface="IBM Plex Sans SemiBold"/>
                  <a:ea typeface="IBM Plex Sans SemiBold"/>
                  <a:cs typeface="IBM Plex Sans SemiBold"/>
                  <a:sym typeface="IBM Plex Sans SemiBold"/>
                </a:rPr>
                <a:t>→</a:t>
              </a:r>
              <a:r>
                <a:rPr b="0" i="0" lang="en" sz="750">
                  <a:solidFill>
                    <a:srgbClr val="FFC490"/>
                  </a:solidFill>
                  <a:latin typeface="IBM Plex Sans SemiBold"/>
                  <a:ea typeface="IBM Plex Sans SemiBold"/>
                  <a:cs typeface="IBM Plex Sans SemiBold"/>
                  <a:sym typeface="IBM Plex Sans SemiBold"/>
                </a:rPr>
                <a:t> Analytics view </a:t>
              </a:r>
              <a:r>
                <a:rPr b="0" i="0" lang="en" sz="750">
                  <a:solidFill>
                    <a:srgbClr val="F2631F"/>
                  </a:solidFill>
                  <a:latin typeface="IBM Plex Sans SemiBold"/>
                  <a:ea typeface="IBM Plex Sans SemiBold"/>
                  <a:cs typeface="IBM Plex Sans SemiBold"/>
                  <a:sym typeface="IBM Plex Sans SemiBold"/>
                </a:rPr>
                <a:t>→</a:t>
              </a:r>
              <a:r>
                <a:rPr b="0" i="0" lang="en" sz="750">
                  <a:solidFill>
                    <a:srgbClr val="FFC490"/>
                  </a:solidFill>
                  <a:latin typeface="IBM Plex Sans SemiBold"/>
                  <a:ea typeface="IBM Plex Sans SemiBold"/>
                  <a:cs typeface="IBM Plex Sans SemiBold"/>
                  <a:sym typeface="IBM Plex Sans SemiBold"/>
                </a:rPr>
                <a:t> SQL and Python analysis</a:t>
              </a:r>
              <a:endParaRPr b="0" i="0" sz="750">
                <a:solidFill>
                  <a:srgbClr val="FFC490"/>
                </a:solidFill>
                <a:latin typeface="IBM Plex Sans SemiBold"/>
                <a:ea typeface="IBM Plex Sans SemiBold"/>
                <a:cs typeface="IBM Plex Sans SemiBold"/>
                <a:sym typeface="IBM Plex Sans SemiBold"/>
              </a:endParaRPr>
            </a:p>
          </p:txBody>
        </p:sp>
      </p:grpSp>
      <p:grpSp>
        <p:nvGrpSpPr>
          <p:cNvPr id="1104" name="Google Shape;1104;p90"/>
          <p:cNvGrpSpPr/>
          <p:nvPr/>
        </p:nvGrpSpPr>
        <p:grpSpPr>
          <a:xfrm>
            <a:off x="428625" y="838200"/>
            <a:ext cx="2571900" cy="2286000"/>
            <a:chOff x="0" y="0"/>
            <a:chExt cx="2571900" cy="2286000"/>
          </a:xfrm>
        </p:grpSpPr>
        <p:sp>
          <p:nvSpPr>
            <p:cNvPr id="1105" name="Google Shape;1105;p90"/>
            <p:cNvSpPr/>
            <p:nvPr/>
          </p:nvSpPr>
          <p:spPr>
            <a:xfrm>
              <a:off x="0" y="0"/>
              <a:ext cx="2571900" cy="2286000"/>
            </a:xfrm>
            <a:prstGeom prst="roundRect">
              <a:avLst>
                <a:gd fmla="val 3333"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6" name="Google Shape;1106;p90"/>
            <p:cNvSpPr/>
            <p:nvPr/>
          </p:nvSpPr>
          <p:spPr>
            <a:xfrm>
              <a:off x="0" y="0"/>
              <a:ext cx="2571900" cy="247800"/>
            </a:xfrm>
            <a:prstGeom prst="roundRect">
              <a:avLst>
                <a:gd fmla="val 30769"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7" name="Google Shape;1107;p90"/>
            <p:cNvSpPr/>
            <p:nvPr/>
          </p:nvSpPr>
          <p:spPr>
            <a:xfrm>
              <a:off x="0" y="152400"/>
              <a:ext cx="25719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8" name="Google Shape;1108;p90"/>
            <p:cNvSpPr txBox="1"/>
            <p:nvPr/>
          </p:nvSpPr>
          <p:spPr>
            <a:xfrm>
              <a:off x="0" y="0"/>
              <a:ext cx="25719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 sz="1100">
                  <a:solidFill>
                    <a:srgbClr val="FFF2ED"/>
                  </a:solidFill>
                  <a:latin typeface="Material Icons"/>
                  <a:ea typeface="Material Icons"/>
                  <a:cs typeface="Material Icons"/>
                  <a:sym typeface="Material Icons"/>
                </a:rPr>
                <a:t>dns</a:t>
              </a:r>
              <a:r>
                <a:rPr b="1" i="0" lang="en" sz="850">
                  <a:solidFill>
                    <a:srgbClr val="FFF2ED"/>
                  </a:solidFill>
                  <a:latin typeface="IBM Plex Sans"/>
                  <a:ea typeface="IBM Plex Sans"/>
                  <a:cs typeface="IBM Plex Sans"/>
                  <a:sym typeface="IBM Plex Sans"/>
                </a:rPr>
                <a:t>1. STAGING SCHEMA</a:t>
              </a:r>
              <a:endParaRPr b="1" i="0" sz="850">
                <a:solidFill>
                  <a:srgbClr val="FFF2ED"/>
                </a:solidFill>
                <a:latin typeface="IBM Plex Sans"/>
                <a:ea typeface="IBM Plex Sans"/>
                <a:cs typeface="IBM Plex Sans"/>
                <a:sym typeface="IBM Plex Sans"/>
              </a:endParaRPr>
            </a:p>
          </p:txBody>
        </p:sp>
        <p:sp>
          <p:nvSpPr>
            <p:cNvPr id="1109" name="Google Shape;1109;p90"/>
            <p:cNvSpPr txBox="1"/>
            <p:nvPr/>
          </p:nvSpPr>
          <p:spPr>
            <a:xfrm>
              <a:off x="95250" y="285750"/>
              <a:ext cx="23814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50">
                  <a:solidFill>
                    <a:srgbClr val="7A4B4E"/>
                  </a:solidFill>
                  <a:latin typeface="IBM Plex Sans"/>
                  <a:ea typeface="IBM Plex Sans"/>
                  <a:cs typeface="IBM Plex Sans"/>
                  <a:sym typeface="IBM Plex Sans"/>
                </a:rPr>
                <a:t>Purpose: Controlled landing area for processed files.</a:t>
              </a:r>
              <a:endParaRPr b="0" sz="650">
                <a:solidFill>
                  <a:srgbClr val="7A4B4E"/>
                </a:solidFill>
                <a:latin typeface="IBM Plex Sans"/>
                <a:ea typeface="IBM Plex Sans"/>
                <a:cs typeface="IBM Plex Sans"/>
                <a:sym typeface="IBM Plex Sans"/>
              </a:endParaRPr>
            </a:p>
          </p:txBody>
        </p:sp>
        <p:sp>
          <p:nvSpPr>
            <p:cNvPr id="1110" name="Google Shape;1110;p90"/>
            <p:cNvSpPr/>
            <p:nvPr/>
          </p:nvSpPr>
          <p:spPr>
            <a:xfrm>
              <a:off x="95250" y="552450"/>
              <a:ext cx="2381400" cy="809700"/>
            </a:xfrm>
            <a:prstGeom prst="roundRect">
              <a:avLst>
                <a:gd fmla="val 4705" name="adj"/>
              </a:avLst>
            </a:prstGeom>
            <a:solidFill>
              <a:srgbClr val="FFFFFF"/>
            </a:solidFill>
            <a:ln cap="flat" cmpd="sng" w="477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1" name="Google Shape;1111;p90"/>
            <p:cNvSpPr txBox="1"/>
            <p:nvPr/>
          </p:nvSpPr>
          <p:spPr>
            <a:xfrm>
              <a:off x="142875" y="590550"/>
              <a:ext cx="2286000" cy="743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50">
                  <a:solidFill>
                    <a:srgbClr val="F2631F"/>
                  </a:solidFill>
                  <a:latin typeface="IBM Plex Sans"/>
                  <a:ea typeface="IBM Plex Sans"/>
                  <a:cs typeface="IBM Plex Sans"/>
                  <a:sym typeface="IBM Plex Sans"/>
                </a:rPr>
                <a:t>Tables:</a:t>
              </a:r>
              <a:endParaRPr b="1" sz="650">
                <a:solidFill>
                  <a:srgbClr val="F2631F"/>
                </a:solidFill>
                <a:latin typeface="IBM Plex Sans"/>
                <a:ea typeface="IBM Plex Sans"/>
                <a:cs typeface="IBM Plex Sans"/>
                <a:sym typeface="IBM Plex Sans"/>
              </a:endParaRPr>
            </a:p>
            <a:p>
              <a:pPr indent="0" lvl="0" marL="0" rtl="0" algn="l">
                <a:spcBef>
                  <a:spcPts val="150"/>
                </a:spcBef>
                <a:spcAft>
                  <a:spcPts val="0"/>
                </a:spcAft>
                <a:buNone/>
              </a:pPr>
              <a:r>
                <a:rPr lang="en" sz="650">
                  <a:solidFill>
                    <a:srgbClr val="49070E"/>
                  </a:solidFill>
                  <a:latin typeface="IBM Plex Sans"/>
                  <a:ea typeface="IBM Plex Sans"/>
                  <a:cs typeface="IBM Plex Sans"/>
                  <a:sym typeface="IBM Plex Sans"/>
                </a:rPr>
                <a:t>• staging.hdb_resale</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staging.hdb_property</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staging.load_audit</a:t>
              </a:r>
              <a:endParaRPr sz="650">
                <a:solidFill>
                  <a:srgbClr val="49070E"/>
                </a:solidFill>
                <a:latin typeface="IBM Plex Sans"/>
                <a:ea typeface="IBM Plex Sans"/>
                <a:cs typeface="IBM Plex Sans"/>
                <a:sym typeface="IBM Plex Sans"/>
              </a:endParaRPr>
            </a:p>
          </p:txBody>
        </p:sp>
        <p:sp>
          <p:nvSpPr>
            <p:cNvPr id="1112" name="Google Shape;1112;p90"/>
            <p:cNvSpPr/>
            <p:nvPr/>
          </p:nvSpPr>
          <p:spPr>
            <a:xfrm>
              <a:off x="95250" y="1409700"/>
              <a:ext cx="2381400" cy="809700"/>
            </a:xfrm>
            <a:prstGeom prst="roundRect">
              <a:avLst>
                <a:gd fmla="val 4705" name="adj"/>
              </a:avLst>
            </a:prstGeom>
            <a:solidFill>
              <a:srgbClr val="FFFFFF">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3" name="Google Shape;1113;p90"/>
            <p:cNvSpPr txBox="1"/>
            <p:nvPr/>
          </p:nvSpPr>
          <p:spPr>
            <a:xfrm>
              <a:off x="142875" y="1447800"/>
              <a:ext cx="2286000" cy="743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1" lang="en" sz="750">
                  <a:solidFill>
                    <a:srgbClr val="49070E"/>
                  </a:solidFill>
                  <a:latin typeface="IBM Plex Sans"/>
                  <a:ea typeface="IBM Plex Sans"/>
                  <a:cs typeface="IBM Plex Sans"/>
                  <a:sym typeface="IBM Plex Sans"/>
                </a:rPr>
                <a:t>Staging tables preserve the processed file structure and support load validation.</a:t>
              </a:r>
              <a:endParaRPr b="0" i="1" sz="750">
                <a:solidFill>
                  <a:srgbClr val="49070E"/>
                </a:solidFill>
                <a:latin typeface="IBM Plex Sans"/>
                <a:ea typeface="IBM Plex Sans"/>
                <a:cs typeface="IBM Plex Sans"/>
                <a:sym typeface="IBM Plex Sans"/>
              </a:endParaRPr>
            </a:p>
          </p:txBody>
        </p:sp>
      </p:grpSp>
      <p:grpSp>
        <p:nvGrpSpPr>
          <p:cNvPr id="1114" name="Google Shape;1114;p90"/>
          <p:cNvGrpSpPr/>
          <p:nvPr/>
        </p:nvGrpSpPr>
        <p:grpSpPr>
          <a:xfrm>
            <a:off x="3286125" y="838200"/>
            <a:ext cx="2571900" cy="2286000"/>
            <a:chOff x="0" y="0"/>
            <a:chExt cx="2571900" cy="2286000"/>
          </a:xfrm>
        </p:grpSpPr>
        <p:sp>
          <p:nvSpPr>
            <p:cNvPr id="1115" name="Google Shape;1115;p90"/>
            <p:cNvSpPr/>
            <p:nvPr/>
          </p:nvSpPr>
          <p:spPr>
            <a:xfrm>
              <a:off x="0" y="0"/>
              <a:ext cx="2571900" cy="2286000"/>
            </a:xfrm>
            <a:prstGeom prst="roundRect">
              <a:avLst>
                <a:gd fmla="val 3333" name="adj"/>
              </a:avLst>
            </a:prstGeom>
            <a:solidFill>
              <a:srgbClr val="FFFFFF"/>
            </a:solidFill>
            <a:ln cap="flat" cmpd="sng" w="19050">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6" name="Google Shape;1116;p90"/>
            <p:cNvSpPr/>
            <p:nvPr/>
          </p:nvSpPr>
          <p:spPr>
            <a:xfrm>
              <a:off x="0" y="0"/>
              <a:ext cx="2571900" cy="247800"/>
            </a:xfrm>
            <a:prstGeom prst="roundRect">
              <a:avLst>
                <a:gd fmla="val 30769"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7" name="Google Shape;1117;p90"/>
            <p:cNvSpPr/>
            <p:nvPr/>
          </p:nvSpPr>
          <p:spPr>
            <a:xfrm>
              <a:off x="0" y="152400"/>
              <a:ext cx="25719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8" name="Google Shape;1118;p90"/>
            <p:cNvSpPr txBox="1"/>
            <p:nvPr/>
          </p:nvSpPr>
          <p:spPr>
            <a:xfrm>
              <a:off x="0" y="0"/>
              <a:ext cx="25719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 sz="1100">
                  <a:solidFill>
                    <a:srgbClr val="FFF2ED"/>
                  </a:solidFill>
                  <a:latin typeface="Material Icons"/>
                  <a:ea typeface="Material Icons"/>
                  <a:cs typeface="Material Icons"/>
                  <a:sym typeface="Material Icons"/>
                </a:rPr>
                <a:t>s</a:t>
              </a:r>
              <a:r>
                <a:rPr b="0" i="0" lang="en" sz="1100">
                  <a:solidFill>
                    <a:srgbClr val="FFF2ED"/>
                  </a:solidFill>
                  <a:latin typeface="Material Icons"/>
                  <a:ea typeface="Material Icons"/>
                  <a:cs typeface="Material Icons"/>
                  <a:sym typeface="Material Icons"/>
                </a:rPr>
                <a:t>torage </a:t>
              </a:r>
              <a:r>
                <a:rPr b="1" i="0" lang="en" sz="850">
                  <a:solidFill>
                    <a:srgbClr val="FFF2ED"/>
                  </a:solidFill>
                  <a:latin typeface="IBM Plex Sans"/>
                  <a:ea typeface="IBM Plex Sans"/>
                  <a:cs typeface="IBM Plex Sans"/>
                  <a:sym typeface="IBM Plex Sans"/>
                </a:rPr>
                <a:t>2. CORE SCHEMA</a:t>
              </a:r>
              <a:endParaRPr b="1" i="0" sz="850">
                <a:solidFill>
                  <a:srgbClr val="FFF2ED"/>
                </a:solidFill>
                <a:latin typeface="IBM Plex Sans"/>
                <a:ea typeface="IBM Plex Sans"/>
                <a:cs typeface="IBM Plex Sans"/>
                <a:sym typeface="IBM Plex Sans"/>
              </a:endParaRPr>
            </a:p>
          </p:txBody>
        </p:sp>
        <p:sp>
          <p:nvSpPr>
            <p:cNvPr id="1119" name="Google Shape;1119;p90"/>
            <p:cNvSpPr txBox="1"/>
            <p:nvPr/>
          </p:nvSpPr>
          <p:spPr>
            <a:xfrm>
              <a:off x="95250" y="285750"/>
              <a:ext cx="23814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50">
                  <a:solidFill>
                    <a:srgbClr val="7A4B4E"/>
                  </a:solidFill>
                  <a:latin typeface="IBM Plex Sans"/>
                  <a:ea typeface="IBM Plex Sans"/>
                  <a:cs typeface="IBM Plex Sans"/>
                  <a:sym typeface="IBM Plex Sans"/>
                </a:rPr>
                <a:t>Purpose: Authoritative normalized relational database.</a:t>
              </a:r>
              <a:endParaRPr b="0" sz="650">
                <a:solidFill>
                  <a:srgbClr val="7A4B4E"/>
                </a:solidFill>
                <a:latin typeface="IBM Plex Sans"/>
                <a:ea typeface="IBM Plex Sans"/>
                <a:cs typeface="IBM Plex Sans"/>
                <a:sym typeface="IBM Plex Sans"/>
              </a:endParaRPr>
            </a:p>
          </p:txBody>
        </p:sp>
        <p:sp>
          <p:nvSpPr>
            <p:cNvPr id="1120" name="Google Shape;1120;p90"/>
            <p:cNvSpPr/>
            <p:nvPr/>
          </p:nvSpPr>
          <p:spPr>
            <a:xfrm>
              <a:off x="95250" y="552450"/>
              <a:ext cx="2381400" cy="904800"/>
            </a:xfrm>
            <a:prstGeom prst="roundRect">
              <a:avLst>
                <a:gd fmla="val 4210" name="adj"/>
              </a:avLst>
            </a:prstGeom>
            <a:solidFill>
              <a:srgbClr val="FFF2ED"/>
            </a:solidFill>
            <a:ln cap="flat" cmpd="sng" w="477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1" name="Google Shape;1121;p90"/>
            <p:cNvSpPr txBox="1"/>
            <p:nvPr/>
          </p:nvSpPr>
          <p:spPr>
            <a:xfrm>
              <a:off x="142875" y="590550"/>
              <a:ext cx="22860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50">
                  <a:solidFill>
                    <a:srgbClr val="F2631F"/>
                  </a:solidFill>
                  <a:latin typeface="IBM Plex Sans"/>
                  <a:ea typeface="IBM Plex Sans"/>
                  <a:cs typeface="IBM Plex Sans"/>
                  <a:sym typeface="IBM Plex Sans"/>
                </a:rPr>
                <a:t>Tables:</a:t>
              </a:r>
              <a:endParaRPr b="1" sz="650">
                <a:solidFill>
                  <a:srgbClr val="F2631F"/>
                </a:solidFill>
                <a:latin typeface="IBM Plex Sans"/>
                <a:ea typeface="IBM Plex Sans"/>
                <a:cs typeface="IBM Plex Sans"/>
                <a:sym typeface="IBM Plex Sans"/>
              </a:endParaRPr>
            </a:p>
            <a:p>
              <a:pPr indent="0" lvl="0" marL="0" rtl="0" algn="l">
                <a:spcBef>
                  <a:spcPts val="150"/>
                </a:spcBef>
                <a:spcAft>
                  <a:spcPts val="0"/>
                </a:spcAft>
                <a:buNone/>
              </a:pPr>
              <a:r>
                <a:rPr lang="en" sz="650">
                  <a:solidFill>
                    <a:srgbClr val="49070E"/>
                  </a:solidFill>
                  <a:latin typeface="IBM Plex Sans"/>
                  <a:ea typeface="IBM Plex Sans"/>
                  <a:cs typeface="IBM Plex Sans"/>
                  <a:sym typeface="IBM Plex Sans"/>
                </a:rPr>
                <a:t>• core.town &amp; core.flat_type</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core.flat_model &amp; core.hdb_block</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core.resale_transaction</a:t>
              </a:r>
              <a:endParaRPr sz="650">
                <a:solidFill>
                  <a:srgbClr val="49070E"/>
                </a:solidFill>
                <a:latin typeface="IBM Plex Sans"/>
                <a:ea typeface="IBM Plex Sans"/>
                <a:cs typeface="IBM Plex Sans"/>
                <a:sym typeface="IBM Plex Sans"/>
              </a:endParaRPr>
            </a:p>
          </p:txBody>
        </p:sp>
        <p:sp>
          <p:nvSpPr>
            <p:cNvPr id="1122" name="Google Shape;1122;p90"/>
            <p:cNvSpPr/>
            <p:nvPr/>
          </p:nvSpPr>
          <p:spPr>
            <a:xfrm>
              <a:off x="95250" y="1504950"/>
              <a:ext cx="2381400" cy="714300"/>
            </a:xfrm>
            <a:prstGeom prst="roundRect">
              <a:avLst>
                <a:gd fmla="val 5333" name="adj"/>
              </a:avLst>
            </a:prstGeom>
            <a:solidFill>
              <a:srgbClr val="FFF2ED"/>
            </a:solidFill>
            <a:ln cap="flat" cmpd="sng" w="477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3" name="Google Shape;1123;p90"/>
            <p:cNvSpPr txBox="1"/>
            <p:nvPr/>
          </p:nvSpPr>
          <p:spPr>
            <a:xfrm>
              <a:off x="142875" y="1543050"/>
              <a:ext cx="22860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650">
                  <a:solidFill>
                    <a:srgbClr val="F2631F"/>
                  </a:solidFill>
                  <a:latin typeface="IBM Plex Sans"/>
                  <a:ea typeface="IBM Plex Sans"/>
                  <a:cs typeface="IBM Plex Sans"/>
                  <a:sym typeface="IBM Plex Sans"/>
                </a:rPr>
                <a:t>Key Features:</a:t>
              </a:r>
              <a:endParaRPr b="1" sz="650">
                <a:solidFill>
                  <a:srgbClr val="F2631F"/>
                </a:solidFill>
                <a:latin typeface="IBM Plex Sans"/>
                <a:ea typeface="IBM Plex Sans"/>
                <a:cs typeface="IBM Plex Sans"/>
                <a:sym typeface="IBM Plex Sans"/>
              </a:endParaRPr>
            </a:p>
            <a:p>
              <a:pPr indent="0" lvl="0" marL="0" rtl="0" algn="l">
                <a:spcBef>
                  <a:spcPts val="150"/>
                </a:spcBef>
                <a:spcAft>
                  <a:spcPts val="0"/>
                </a:spcAft>
                <a:buNone/>
              </a:pPr>
              <a:r>
                <a:rPr lang="en" sz="650">
                  <a:solidFill>
                    <a:srgbClr val="49070E"/>
                  </a:solidFill>
                  <a:latin typeface="IBM Plex Sans"/>
                  <a:ea typeface="IBM Plex Sans"/>
                  <a:cs typeface="IBM Plex Sans"/>
                  <a:sym typeface="IBM Plex Sans"/>
                </a:rPr>
                <a:t>• Primary &amp; Foreign keys [PK/FK]</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Unique &amp; Check constraints</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Data-type validation</a:t>
              </a:r>
              <a:endParaRPr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lang="en" sz="650">
                  <a:solidFill>
                    <a:srgbClr val="49070E"/>
                  </a:solidFill>
                  <a:latin typeface="IBM Plex Sans"/>
                  <a:ea typeface="IBM Plex Sans"/>
                  <a:cs typeface="IBM Plex Sans"/>
                  <a:sym typeface="IBM Plex Sans"/>
                </a:rPr>
                <a:t>• Indexed frequent query fields</a:t>
              </a:r>
              <a:endParaRPr sz="650">
                <a:solidFill>
                  <a:srgbClr val="49070E"/>
                </a:solidFill>
                <a:latin typeface="IBM Plex Sans"/>
                <a:ea typeface="IBM Plex Sans"/>
                <a:cs typeface="IBM Plex Sans"/>
                <a:sym typeface="IBM Plex Sans"/>
              </a:endParaRPr>
            </a:p>
          </p:txBody>
        </p:sp>
      </p:grpSp>
      <p:grpSp>
        <p:nvGrpSpPr>
          <p:cNvPr id="1124" name="Google Shape;1124;p90"/>
          <p:cNvGrpSpPr/>
          <p:nvPr/>
        </p:nvGrpSpPr>
        <p:grpSpPr>
          <a:xfrm>
            <a:off x="6143625" y="838200"/>
            <a:ext cx="2571900" cy="2286000"/>
            <a:chOff x="0" y="0"/>
            <a:chExt cx="2571900" cy="2286000"/>
          </a:xfrm>
        </p:grpSpPr>
        <p:sp>
          <p:nvSpPr>
            <p:cNvPr id="1125" name="Google Shape;1125;p90"/>
            <p:cNvSpPr/>
            <p:nvPr/>
          </p:nvSpPr>
          <p:spPr>
            <a:xfrm>
              <a:off x="0" y="0"/>
              <a:ext cx="2571900" cy="2286000"/>
            </a:xfrm>
            <a:prstGeom prst="roundRect">
              <a:avLst>
                <a:gd fmla="val 3333"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6" name="Google Shape;1126;p90"/>
            <p:cNvSpPr/>
            <p:nvPr/>
          </p:nvSpPr>
          <p:spPr>
            <a:xfrm>
              <a:off x="0" y="0"/>
              <a:ext cx="2571900" cy="247800"/>
            </a:xfrm>
            <a:prstGeom prst="roundRect">
              <a:avLst>
                <a:gd fmla="val 30769" name="adj"/>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7" name="Google Shape;1127;p90"/>
            <p:cNvSpPr/>
            <p:nvPr/>
          </p:nvSpPr>
          <p:spPr>
            <a:xfrm>
              <a:off x="0" y="152400"/>
              <a:ext cx="2571900" cy="95400"/>
            </a:xfrm>
            <a:prstGeom prst="rect">
              <a:avLst/>
            </a:prstGeom>
            <a:solidFill>
              <a:srgbClr val="F2631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8" name="Google Shape;1128;p90"/>
            <p:cNvSpPr txBox="1"/>
            <p:nvPr/>
          </p:nvSpPr>
          <p:spPr>
            <a:xfrm>
              <a:off x="0" y="0"/>
              <a:ext cx="25719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 sz="1100">
                  <a:solidFill>
                    <a:srgbClr val="FFF2ED"/>
                  </a:solidFill>
                  <a:latin typeface="Material Icons"/>
                  <a:ea typeface="Material Icons"/>
                  <a:cs typeface="Material Icons"/>
                  <a:sym typeface="Material Icons"/>
                </a:rPr>
                <a:t>analytics</a:t>
              </a:r>
              <a:r>
                <a:rPr b="1" i="0" lang="en" sz="850">
                  <a:solidFill>
                    <a:srgbClr val="FFF2ED"/>
                  </a:solidFill>
                  <a:latin typeface="IBM Plex Sans"/>
                  <a:ea typeface="IBM Plex Sans"/>
                  <a:cs typeface="IBM Plex Sans"/>
                  <a:sym typeface="IBM Plex Sans"/>
                </a:rPr>
                <a:t>3. ANALYTICS SCHEMA</a:t>
              </a:r>
              <a:endParaRPr b="1" i="0" sz="850">
                <a:solidFill>
                  <a:srgbClr val="FFF2ED"/>
                </a:solidFill>
                <a:latin typeface="IBM Plex Sans"/>
                <a:ea typeface="IBM Plex Sans"/>
                <a:cs typeface="IBM Plex Sans"/>
                <a:sym typeface="IBM Plex Sans"/>
              </a:endParaRPr>
            </a:p>
          </p:txBody>
        </p:sp>
        <p:sp>
          <p:nvSpPr>
            <p:cNvPr id="1129" name="Google Shape;1129;p90"/>
            <p:cNvSpPr txBox="1"/>
            <p:nvPr/>
          </p:nvSpPr>
          <p:spPr>
            <a:xfrm>
              <a:off x="95250" y="285750"/>
              <a:ext cx="23814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50">
                  <a:solidFill>
                    <a:srgbClr val="7A4B4E"/>
                  </a:solidFill>
                  <a:latin typeface="IBM Plex Sans"/>
                  <a:ea typeface="IBM Plex Sans"/>
                  <a:cs typeface="IBM Plex Sans"/>
                  <a:sym typeface="IBM Plex Sans"/>
                </a:rPr>
                <a:t>Purpose: Simple analysis-ready access.</a:t>
              </a:r>
              <a:endParaRPr b="0" sz="650">
                <a:solidFill>
                  <a:srgbClr val="7A4B4E"/>
                </a:solidFill>
                <a:latin typeface="IBM Plex Sans"/>
                <a:ea typeface="IBM Plex Sans"/>
                <a:cs typeface="IBM Plex Sans"/>
                <a:sym typeface="IBM Plex Sans"/>
              </a:endParaRPr>
            </a:p>
          </p:txBody>
        </p:sp>
        <p:sp>
          <p:nvSpPr>
            <p:cNvPr id="1130" name="Google Shape;1130;p90"/>
            <p:cNvSpPr/>
            <p:nvPr/>
          </p:nvSpPr>
          <p:spPr>
            <a:xfrm>
              <a:off x="95250" y="552450"/>
              <a:ext cx="2381400" cy="381000"/>
            </a:xfrm>
            <a:prstGeom prst="roundRect">
              <a:avLst>
                <a:gd fmla="val 10000" name="adj"/>
              </a:avLst>
            </a:prstGeom>
            <a:solidFill>
              <a:srgbClr val="FFFFFF"/>
            </a:solidFill>
            <a:ln cap="flat" cmpd="sng" w="477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p90"/>
            <p:cNvSpPr txBox="1"/>
            <p:nvPr/>
          </p:nvSpPr>
          <p:spPr>
            <a:xfrm>
              <a:off x="142875" y="581025"/>
              <a:ext cx="22860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650">
                  <a:solidFill>
                    <a:srgbClr val="49070E"/>
                  </a:solidFill>
                  <a:latin typeface="IBM Plex Sans"/>
                  <a:ea typeface="IBM Plex Sans"/>
                  <a:cs typeface="IBM Plex Sans"/>
                  <a:sym typeface="IBM Plex Sans"/>
                </a:rPr>
                <a:t>Main View:</a:t>
              </a:r>
              <a:endParaRPr b="1" sz="650">
                <a:solidFill>
                  <a:srgbClr val="49070E"/>
                </a:solidFill>
                <a:latin typeface="IBM Plex Sans"/>
                <a:ea typeface="IBM Plex Sans"/>
                <a:cs typeface="IBM Plex Sans"/>
                <a:sym typeface="IBM Plex Sans"/>
              </a:endParaRPr>
            </a:p>
            <a:p>
              <a:pPr indent="0" lvl="0" marL="0" rtl="0" algn="l">
                <a:spcBef>
                  <a:spcPts val="0"/>
                </a:spcBef>
                <a:spcAft>
                  <a:spcPts val="0"/>
                </a:spcAft>
                <a:buNone/>
              </a:pPr>
              <a:r>
                <a:rPr b="0" lang="en" sz="650">
                  <a:solidFill>
                    <a:srgbClr val="F2631F"/>
                  </a:solidFill>
                  <a:latin typeface="IBM Plex Sans SemiBold"/>
                  <a:ea typeface="IBM Plex Sans SemiBold"/>
                  <a:cs typeface="IBM Plex Sans SemiBold"/>
                  <a:sym typeface="IBM Plex Sans SemiBold"/>
                </a:rPr>
                <a:t>analytics.resale_enriched</a:t>
              </a:r>
              <a:endParaRPr b="0" sz="650">
                <a:solidFill>
                  <a:srgbClr val="F2631F"/>
                </a:solidFill>
                <a:latin typeface="IBM Plex Sans SemiBold"/>
                <a:ea typeface="IBM Plex Sans SemiBold"/>
                <a:cs typeface="IBM Plex Sans SemiBold"/>
                <a:sym typeface="IBM Plex Sans SemiBold"/>
              </a:endParaRPr>
            </a:p>
          </p:txBody>
        </p:sp>
        <p:sp>
          <p:nvSpPr>
            <p:cNvPr id="1132" name="Google Shape;1132;p90"/>
            <p:cNvSpPr/>
            <p:nvPr/>
          </p:nvSpPr>
          <p:spPr>
            <a:xfrm>
              <a:off x="95250" y="971550"/>
              <a:ext cx="2381400" cy="333300"/>
            </a:xfrm>
            <a:prstGeom prst="roundRect">
              <a:avLst>
                <a:gd fmla="val 11428" name="adj"/>
              </a:avLst>
            </a:prstGeom>
            <a:solidFill>
              <a:srgbClr val="FFFFFF"/>
            </a:solidFill>
            <a:ln cap="flat" cmpd="sng" w="477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3" name="Google Shape;1133;p90"/>
            <p:cNvSpPr txBox="1"/>
            <p:nvPr/>
          </p:nvSpPr>
          <p:spPr>
            <a:xfrm>
              <a:off x="142875" y="971550"/>
              <a:ext cx="2286000" cy="33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20">
                  <a:solidFill>
                    <a:srgbClr val="F2631F"/>
                  </a:solidFill>
                  <a:latin typeface="IBM Plex Sans"/>
                  <a:ea typeface="IBM Plex Sans"/>
                  <a:cs typeface="IBM Plex Sans"/>
                  <a:sym typeface="IBM Plex Sans"/>
                </a:rPr>
                <a:t>240,807</a:t>
              </a:r>
              <a:r>
                <a:rPr b="0" lang="en" sz="600">
                  <a:solidFill>
                    <a:srgbClr val="F2631F"/>
                  </a:solidFill>
                  <a:latin typeface="IBM Plex Sans SemiBold"/>
                  <a:ea typeface="IBM Plex Sans SemiBold"/>
                  <a:cs typeface="IBM Plex Sans SemiBold"/>
                  <a:sym typeface="IBM Plex Sans SemiBold"/>
                </a:rPr>
                <a:t>TRANSACTION ROWS</a:t>
              </a:r>
              <a:endParaRPr/>
            </a:p>
          </p:txBody>
        </p:sp>
        <p:sp>
          <p:nvSpPr>
            <p:cNvPr id="1134" name="Google Shape;1134;p90"/>
            <p:cNvSpPr/>
            <p:nvPr/>
          </p:nvSpPr>
          <p:spPr>
            <a:xfrm>
              <a:off x="95250" y="1352550"/>
              <a:ext cx="2381400" cy="857400"/>
            </a:xfrm>
            <a:prstGeom prst="roundRect">
              <a:avLst>
                <a:gd fmla="val 4444" name="adj"/>
              </a:avLst>
            </a:prstGeom>
            <a:solidFill>
              <a:srgbClr val="FFFFFF"/>
            </a:solidFill>
            <a:ln cap="flat" cmpd="sng" w="477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5" name="Google Shape;1135;p90"/>
            <p:cNvSpPr txBox="1"/>
            <p:nvPr/>
          </p:nvSpPr>
          <p:spPr>
            <a:xfrm>
              <a:off x="142875" y="1381125"/>
              <a:ext cx="2286000" cy="8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 sz="750">
                  <a:solidFill>
                    <a:srgbClr val="F2631F"/>
                  </a:solidFill>
                  <a:latin typeface="IBM Plex Sans"/>
                  <a:ea typeface="IBM Plex Sans"/>
                  <a:cs typeface="IBM Plex Sans"/>
                  <a:sym typeface="IBM Plex Sans"/>
                </a:rPr>
                <a:t>View Includes:</a:t>
              </a:r>
              <a:endParaRPr b="1" i="0" sz="750">
                <a:solidFill>
                  <a:srgbClr val="F2631F"/>
                </a:solidFill>
                <a:latin typeface="IBM Plex Sans"/>
                <a:ea typeface="IBM Plex Sans"/>
                <a:cs typeface="IBM Plex Sans"/>
                <a:sym typeface="IBM Plex Sans"/>
              </a:endParaRPr>
            </a:p>
            <a:p>
              <a:pPr indent="0" lvl="0" marL="0" rtl="0" algn="l">
                <a:spcBef>
                  <a:spcPts val="200"/>
                </a:spcBef>
                <a:spcAft>
                  <a:spcPts val="0"/>
                </a:spcAft>
                <a:buNone/>
              </a:pPr>
              <a:r>
                <a:rPr b="0" i="0" lang="en" sz="750">
                  <a:solidFill>
                    <a:srgbClr val="49070E"/>
                  </a:solidFill>
                  <a:latin typeface="IBM Plex Sans"/>
                  <a:ea typeface="IBM Plex Sans"/>
                  <a:cs typeface="IBM Plex Sans"/>
                  <a:sym typeface="IBM Plex Sans"/>
                </a:rPr>
                <a:t>• Town, flat type &amp; flat model</a:t>
              </a:r>
              <a:endParaRPr b="1" i="0" sz="750">
                <a:solidFill>
                  <a:srgbClr val="F2631F"/>
                </a:solidFill>
                <a:latin typeface="IBM Plex Sans"/>
                <a:ea typeface="IBM Plex Sans"/>
                <a:cs typeface="IBM Plex Sans"/>
                <a:sym typeface="IBM Plex Sans"/>
              </a:endParaRPr>
            </a:p>
            <a:p>
              <a:pPr indent="0" lvl="0" marL="0" rtl="0" algn="l">
                <a:spcBef>
                  <a:spcPts val="200"/>
                </a:spcBef>
                <a:spcAft>
                  <a:spcPts val="0"/>
                </a:spcAft>
                <a:buNone/>
              </a:pPr>
              <a:r>
                <a:rPr b="0" i="0" lang="en" sz="750">
                  <a:solidFill>
                    <a:srgbClr val="49070E"/>
                  </a:solidFill>
                  <a:latin typeface="IBM Plex Sans"/>
                  <a:ea typeface="IBM Plex Sans"/>
                  <a:cs typeface="IBM Plex Sans"/>
                  <a:sym typeface="IBM Plex Sans"/>
                </a:rPr>
                <a:t>• Property &amp; transaction info</a:t>
              </a:r>
              <a:endParaRPr b="1" i="0" sz="750">
                <a:solidFill>
                  <a:srgbClr val="F2631F"/>
                </a:solidFill>
                <a:latin typeface="IBM Plex Sans"/>
                <a:ea typeface="IBM Plex Sans"/>
                <a:cs typeface="IBM Plex Sans"/>
                <a:sym typeface="IBM Plex Sans"/>
              </a:endParaRPr>
            </a:p>
            <a:p>
              <a:pPr indent="0" lvl="0" marL="0" rtl="0" algn="l">
                <a:spcBef>
                  <a:spcPts val="200"/>
                </a:spcBef>
                <a:spcAft>
                  <a:spcPts val="0"/>
                </a:spcAft>
                <a:buNone/>
              </a:pPr>
              <a:r>
                <a:rPr b="0" i="0" lang="en" sz="750">
                  <a:solidFill>
                    <a:srgbClr val="49070E"/>
                  </a:solidFill>
                  <a:latin typeface="IBM Plex Sans"/>
                  <a:ea typeface="IBM Plex Sans"/>
                  <a:cs typeface="IBM Plex Sans"/>
                  <a:sym typeface="IBM Plex Sans"/>
                </a:rPr>
                <a:t>• Price per sqm and remaining lease</a:t>
              </a:r>
              <a:endParaRPr b="1" i="0" sz="750">
                <a:solidFill>
                  <a:srgbClr val="F2631F"/>
                </a:solidFill>
                <a:latin typeface="IBM Plex Sans"/>
                <a:ea typeface="IBM Plex Sans"/>
                <a:cs typeface="IBM Plex Sans"/>
                <a:sym typeface="IBM Plex Sans"/>
              </a:endParaRPr>
            </a:p>
            <a:p>
              <a:pPr indent="0" lvl="0" marL="0" rtl="0" algn="l">
                <a:spcBef>
                  <a:spcPts val="200"/>
                </a:spcBef>
                <a:spcAft>
                  <a:spcPts val="200"/>
                </a:spcAft>
                <a:buNone/>
              </a:pPr>
              <a:r>
                <a:rPr b="0" i="0" lang="en" sz="750">
                  <a:solidFill>
                    <a:srgbClr val="49070E"/>
                  </a:solidFill>
                  <a:latin typeface="IBM Plex Sans"/>
                  <a:ea typeface="IBM Plex Sans"/>
                  <a:cs typeface="IBM Plex Sans"/>
                  <a:sym typeface="IBM Plex Sans"/>
                </a:rPr>
                <a:t>• Building age at sale &amp; Duplicate flags</a:t>
              </a:r>
              <a:endParaRPr b="1" i="0" sz="750">
                <a:solidFill>
                  <a:srgbClr val="F2631F"/>
                </a:solidFill>
                <a:latin typeface="IBM Plex Sans"/>
                <a:ea typeface="IBM Plex Sans"/>
                <a:cs typeface="IBM Plex Sans"/>
                <a:sym typeface="IBM Plex Sans"/>
              </a:endParaRPr>
            </a:p>
          </p:txBody>
        </p:sp>
      </p:grpSp>
      <p:grpSp>
        <p:nvGrpSpPr>
          <p:cNvPr id="1136" name="Google Shape;1136;p90"/>
          <p:cNvGrpSpPr/>
          <p:nvPr/>
        </p:nvGrpSpPr>
        <p:grpSpPr>
          <a:xfrm>
            <a:off x="428625" y="3219450"/>
            <a:ext cx="8286900" cy="647700"/>
            <a:chOff x="0" y="0"/>
            <a:chExt cx="8286900" cy="647700"/>
          </a:xfrm>
        </p:grpSpPr>
        <p:sp>
          <p:nvSpPr>
            <p:cNvPr id="1137" name="Google Shape;1137;p90"/>
            <p:cNvSpPr/>
            <p:nvPr/>
          </p:nvSpPr>
          <p:spPr>
            <a:xfrm>
              <a:off x="0" y="0"/>
              <a:ext cx="8286900" cy="647700"/>
            </a:xfrm>
            <a:prstGeom prst="roundRect">
              <a:avLst>
                <a:gd fmla="val 8823" name="adj"/>
              </a:avLst>
            </a:prstGeom>
            <a:solidFill>
              <a:srgbClr val="310408"/>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8" name="Google Shape;1138;p90"/>
            <p:cNvSpPr txBox="1"/>
            <p:nvPr/>
          </p:nvSpPr>
          <p:spPr>
            <a:xfrm>
              <a:off x="114300" y="57150"/>
              <a:ext cx="8058300" cy="5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 sz="1000">
                  <a:solidFill>
                    <a:srgbClr val="FFC490"/>
                  </a:solidFill>
                  <a:latin typeface="Material Icons"/>
                  <a:ea typeface="Material Icons"/>
                  <a:cs typeface="Material Icons"/>
                  <a:sym typeface="Material Icons"/>
                </a:rPr>
                <a:t>inventory_2</a:t>
              </a:r>
              <a:r>
                <a:rPr b="1" i="0" lang="en" sz="850">
                  <a:solidFill>
                    <a:srgbClr val="FFC490"/>
                  </a:solidFill>
                  <a:latin typeface="IBM Plex Sans"/>
                  <a:ea typeface="IBM Plex Sans"/>
                  <a:cs typeface="IBM Plex Sans"/>
                  <a:sym typeface="IBM Plex Sans"/>
                </a:rPr>
                <a:t> Reproducible Environment</a:t>
              </a:r>
              <a:endParaRPr b="1" i="0" sz="850">
                <a:solidFill>
                  <a:srgbClr val="FFC490"/>
                </a:solidFill>
                <a:latin typeface="IBM Plex Sans"/>
                <a:ea typeface="IBM Plex Sans"/>
                <a:cs typeface="IBM Plex Sans"/>
                <a:sym typeface="IBM Plex Sans"/>
              </a:endParaRPr>
            </a:p>
            <a:p>
              <a:pPr indent="0" lvl="0" marL="0" rtl="0" algn="l">
                <a:spcBef>
                  <a:spcPts val="200"/>
                </a:spcBef>
                <a:spcAft>
                  <a:spcPts val="0"/>
                </a:spcAft>
                <a:buNone/>
              </a:pPr>
              <a:r>
                <a:rPr b="0" i="0" lang="en" sz="750">
                  <a:solidFill>
                    <a:srgbClr val="FFF2ED"/>
                  </a:solidFill>
                  <a:latin typeface="IBM Plex Sans"/>
                  <a:ea typeface="IBM Plex Sans"/>
                  <a:cs typeface="IBM Plex Sans"/>
                  <a:sym typeface="IBM Plex Sans"/>
                </a:rPr>
                <a:t>Docker Compose runs the same local PostgreSQL database configuration for every group member. DBeaver can be used to inspect tables, relationships and query results.</a:t>
              </a:r>
              <a:endParaRPr b="1" i="0" sz="750">
                <a:solidFill>
                  <a:srgbClr val="FFC490"/>
                </a:solidFill>
                <a:latin typeface="IBM Plex Sans"/>
                <a:ea typeface="IBM Plex Sans"/>
                <a:cs typeface="IBM Plex Sans"/>
                <a:sym typeface="IBM Plex Sans"/>
              </a:endParaRPr>
            </a:p>
          </p:txBody>
        </p:sp>
      </p:grpSp>
      <p:grpSp>
        <p:nvGrpSpPr>
          <p:cNvPr id="1139" name="Google Shape;1139;p90"/>
          <p:cNvGrpSpPr/>
          <p:nvPr/>
        </p:nvGrpSpPr>
        <p:grpSpPr>
          <a:xfrm>
            <a:off x="428625" y="3981450"/>
            <a:ext cx="8286900" cy="400200"/>
            <a:chOff x="0" y="0"/>
            <a:chExt cx="8286900" cy="400200"/>
          </a:xfrm>
        </p:grpSpPr>
        <p:sp>
          <p:nvSpPr>
            <p:cNvPr id="1140" name="Google Shape;1140;p90"/>
            <p:cNvSpPr/>
            <p:nvPr/>
          </p:nvSpPr>
          <p:spPr>
            <a:xfrm>
              <a:off x="0" y="0"/>
              <a:ext cx="8286900" cy="400200"/>
            </a:xfrm>
            <a:prstGeom prst="roundRect">
              <a:avLst>
                <a:gd fmla="val 14285" name="adj"/>
              </a:avLst>
            </a:prstGeom>
            <a:solidFill>
              <a:srgbClr val="FFF2ED"/>
            </a:solidFill>
            <a:ln cap="flat" cmpd="sng" w="9525">
              <a:solidFill>
                <a:srgbClr val="F2631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1" name="Google Shape;1141;p90"/>
            <p:cNvSpPr txBox="1"/>
            <p:nvPr/>
          </p:nvSpPr>
          <p:spPr>
            <a:xfrm>
              <a:off x="142875" y="47625"/>
              <a:ext cx="8001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 sz="850">
                  <a:solidFill>
                    <a:srgbClr val="49070E"/>
                  </a:solidFill>
                  <a:latin typeface="IBM Plex Sans"/>
                  <a:ea typeface="IBM Plex Sans"/>
                  <a:cs typeface="IBM Plex Sans"/>
                  <a:sym typeface="IBM Plex Sans"/>
                </a:rPr>
                <a:t>The layered architecture separates data loading, relational storage and analytical access while maintaining one consistent source of truth.</a:t>
              </a:r>
              <a:endParaRPr i="1" sz="850">
                <a:solidFill>
                  <a:srgbClr val="49070E"/>
                </a:solidFill>
                <a:latin typeface="IBM Plex Sans"/>
                <a:ea typeface="IBM Plex Sans"/>
                <a:cs typeface="IBM Plex Sans"/>
                <a:sym typeface="IBM Plex San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91"/>
          <p:cNvSpPr txBox="1"/>
          <p:nvPr>
            <p:ph type="title"/>
          </p:nvPr>
        </p:nvSpPr>
        <p:spPr>
          <a:xfrm>
            <a:off x="436725" y="457200"/>
            <a:ext cx="7690800" cy="1108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Exploratory</a:t>
            </a:r>
            <a:r>
              <a:rPr lang="en"/>
              <a:t> analysis </a:t>
            </a:r>
            <a:r>
              <a:rPr lang="en"/>
              <a:t> - </a:t>
            </a:r>
            <a:br>
              <a:rPr lang="en"/>
            </a:br>
            <a:r>
              <a:rPr lang="en" sz="1800"/>
              <a:t>We analysed the factors associated with HDB resale prices and price per square metre.</a:t>
            </a:r>
            <a:endParaRPr sz="1800"/>
          </a:p>
        </p:txBody>
      </p:sp>
      <p:sp>
        <p:nvSpPr>
          <p:cNvPr id="1147" name="Google Shape;1147;p91"/>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dk1"/>
              </a:buClr>
              <a:buSzPts val="800"/>
              <a:buFont typeface="IBM Plex Sans"/>
              <a:buNone/>
            </a:pPr>
            <a:fld id="{00000000-1234-1234-1234-123412341234}" type="slidenum">
              <a:rPr lang="en"/>
              <a:t>‹#›</a:t>
            </a:fld>
            <a:endParaRPr/>
          </a:p>
        </p:txBody>
      </p:sp>
      <p:grpSp>
        <p:nvGrpSpPr>
          <p:cNvPr id="1148" name="Google Shape;1148;p91"/>
          <p:cNvGrpSpPr/>
          <p:nvPr/>
        </p:nvGrpSpPr>
        <p:grpSpPr>
          <a:xfrm>
            <a:off x="434012" y="1932768"/>
            <a:ext cx="1165659" cy="3035575"/>
            <a:chOff x="434100" y="2349279"/>
            <a:chExt cx="1355102" cy="3528918"/>
          </a:xfrm>
        </p:grpSpPr>
        <p:sp>
          <p:nvSpPr>
            <p:cNvPr descr="A graph showing a process, with four steps, a conclusion, and an iterative back-and-forth between steps two and four. " id="1149" name="Google Shape;1149;p91"/>
            <p:cNvSpPr/>
            <p:nvPr/>
          </p:nvSpPr>
          <p:spPr>
            <a:xfrm>
              <a:off x="434100" y="2349279"/>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t/>
              </a:r>
              <a:endParaRPr sz="1205">
                <a:solidFill>
                  <a:schemeClr val="dk1"/>
                </a:solidFill>
                <a:latin typeface="IBM Plex Sans"/>
                <a:ea typeface="IBM Plex Sans"/>
                <a:cs typeface="IBM Plex Sans"/>
                <a:sym typeface="IBM Plex Sans"/>
              </a:endParaRPr>
            </a:p>
          </p:txBody>
        </p:sp>
        <p:sp>
          <p:nvSpPr>
            <p:cNvPr id="1150" name="Google Shape;1150;p91"/>
            <p:cNvSpPr/>
            <p:nvPr/>
          </p:nvSpPr>
          <p:spPr>
            <a:xfrm>
              <a:off x="452021" y="2942381"/>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t/>
              </a:r>
              <a:endParaRPr sz="1205">
                <a:solidFill>
                  <a:schemeClr val="dk1"/>
                </a:solidFill>
                <a:latin typeface="IBM Plex Sans"/>
                <a:ea typeface="IBM Plex Sans"/>
                <a:cs typeface="IBM Plex Sans"/>
                <a:sym typeface="IBM Plex Sans"/>
              </a:endParaRPr>
            </a:p>
          </p:txBody>
        </p:sp>
        <p:sp>
          <p:nvSpPr>
            <p:cNvPr id="1151" name="Google Shape;1151;p91"/>
            <p:cNvSpPr/>
            <p:nvPr/>
          </p:nvSpPr>
          <p:spPr>
            <a:xfrm>
              <a:off x="446354" y="3567449"/>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t/>
              </a:r>
              <a:endParaRPr sz="1205">
                <a:solidFill>
                  <a:schemeClr val="dk1"/>
                </a:solidFill>
                <a:latin typeface="IBM Plex Sans"/>
                <a:ea typeface="IBM Plex Sans"/>
                <a:cs typeface="IBM Plex Sans"/>
                <a:sym typeface="IBM Plex Sans"/>
              </a:endParaRPr>
            </a:p>
          </p:txBody>
        </p:sp>
        <p:sp>
          <p:nvSpPr>
            <p:cNvPr id="1152" name="Google Shape;1152;p91"/>
            <p:cNvSpPr/>
            <p:nvPr/>
          </p:nvSpPr>
          <p:spPr>
            <a:xfrm>
              <a:off x="464275" y="416893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t/>
              </a:r>
              <a:endParaRPr sz="1205">
                <a:solidFill>
                  <a:schemeClr val="dk1"/>
                </a:solidFill>
                <a:latin typeface="IBM Plex Sans"/>
                <a:ea typeface="IBM Plex Sans"/>
                <a:cs typeface="IBM Plex Sans"/>
                <a:sym typeface="IBM Plex Sans"/>
              </a:endParaRPr>
            </a:p>
          </p:txBody>
        </p:sp>
        <p:sp>
          <p:nvSpPr>
            <p:cNvPr id="1153" name="Google Shape;1153;p91"/>
            <p:cNvSpPr/>
            <p:nvPr/>
          </p:nvSpPr>
          <p:spPr>
            <a:xfrm>
              <a:off x="470402" y="4782204"/>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t/>
              </a:r>
              <a:endParaRPr sz="1205">
                <a:solidFill>
                  <a:schemeClr val="dk1"/>
                </a:solidFill>
                <a:latin typeface="IBM Plex Sans"/>
                <a:ea typeface="IBM Plex Sans"/>
                <a:cs typeface="IBM Plex Sans"/>
                <a:sym typeface="IBM Plex Sans"/>
              </a:endParaRPr>
            </a:p>
          </p:txBody>
        </p:sp>
        <p:sp>
          <p:nvSpPr>
            <p:cNvPr id="1154" name="Google Shape;1154;p91"/>
            <p:cNvSpPr txBox="1"/>
            <p:nvPr/>
          </p:nvSpPr>
          <p:spPr>
            <a:xfrm>
              <a:off x="434100" y="2443854"/>
              <a:ext cx="1318800" cy="2820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Time</a:t>
              </a:r>
              <a:endParaRPr sz="688">
                <a:solidFill>
                  <a:schemeClr val="accent1"/>
                </a:solidFill>
                <a:latin typeface="IBM Plex Sans Medium"/>
                <a:ea typeface="IBM Plex Sans Medium"/>
                <a:cs typeface="IBM Plex Sans Medium"/>
                <a:sym typeface="IBM Plex Sans Medium"/>
              </a:endParaRPr>
            </a:p>
          </p:txBody>
        </p:sp>
        <p:sp>
          <p:nvSpPr>
            <p:cNvPr id="1155" name="Google Shape;1155;p91"/>
            <p:cNvSpPr txBox="1"/>
            <p:nvPr/>
          </p:nvSpPr>
          <p:spPr>
            <a:xfrm>
              <a:off x="452021" y="3036956"/>
              <a:ext cx="1318800" cy="2820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Town</a:t>
              </a:r>
              <a:endParaRPr sz="688">
                <a:solidFill>
                  <a:schemeClr val="accent1"/>
                </a:solidFill>
                <a:latin typeface="IBM Plex Sans Medium"/>
                <a:ea typeface="IBM Plex Sans Medium"/>
                <a:cs typeface="IBM Plex Sans Medium"/>
                <a:sym typeface="IBM Plex Sans Medium"/>
              </a:endParaRPr>
            </a:p>
          </p:txBody>
        </p:sp>
        <p:sp>
          <p:nvSpPr>
            <p:cNvPr id="1156" name="Google Shape;1156;p91"/>
            <p:cNvSpPr txBox="1"/>
            <p:nvPr/>
          </p:nvSpPr>
          <p:spPr>
            <a:xfrm>
              <a:off x="446354" y="3662024"/>
              <a:ext cx="1318800" cy="2820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Flat type</a:t>
              </a:r>
              <a:endParaRPr sz="688">
                <a:solidFill>
                  <a:schemeClr val="accent1"/>
                </a:solidFill>
                <a:latin typeface="IBM Plex Sans Medium"/>
                <a:ea typeface="IBM Plex Sans Medium"/>
                <a:cs typeface="IBM Plex Sans Medium"/>
                <a:sym typeface="IBM Plex Sans Medium"/>
              </a:endParaRPr>
            </a:p>
          </p:txBody>
        </p:sp>
        <p:sp>
          <p:nvSpPr>
            <p:cNvPr id="1157" name="Google Shape;1157;p91"/>
            <p:cNvSpPr txBox="1"/>
            <p:nvPr/>
          </p:nvSpPr>
          <p:spPr>
            <a:xfrm>
              <a:off x="464275" y="4263505"/>
              <a:ext cx="1318800" cy="2820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Remaining lease</a:t>
              </a:r>
              <a:endParaRPr sz="688">
                <a:solidFill>
                  <a:schemeClr val="accent1"/>
                </a:solidFill>
                <a:latin typeface="IBM Plex Sans Medium"/>
                <a:ea typeface="IBM Plex Sans Medium"/>
                <a:cs typeface="IBM Plex Sans Medium"/>
                <a:sym typeface="IBM Plex Sans Medium"/>
              </a:endParaRPr>
            </a:p>
          </p:txBody>
        </p:sp>
        <p:sp>
          <p:nvSpPr>
            <p:cNvPr id="1158" name="Google Shape;1158;p91"/>
            <p:cNvSpPr txBox="1"/>
            <p:nvPr/>
          </p:nvSpPr>
          <p:spPr>
            <a:xfrm>
              <a:off x="470402" y="5596197"/>
              <a:ext cx="1318800" cy="2820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Question 5</a:t>
              </a:r>
              <a:endParaRPr sz="688">
                <a:solidFill>
                  <a:schemeClr val="accent1"/>
                </a:solidFill>
                <a:latin typeface="IBM Plex Sans Medium"/>
                <a:ea typeface="IBM Plex Sans Medium"/>
                <a:cs typeface="IBM Plex Sans Medium"/>
                <a:sym typeface="IBM Plex Sans Medium"/>
              </a:endParaRPr>
            </a:p>
          </p:txBody>
        </p:sp>
      </p:grpSp>
      <p:grpSp>
        <p:nvGrpSpPr>
          <p:cNvPr id="1159" name="Google Shape;1159;p91"/>
          <p:cNvGrpSpPr/>
          <p:nvPr/>
        </p:nvGrpSpPr>
        <p:grpSpPr>
          <a:xfrm>
            <a:off x="449619" y="4572138"/>
            <a:ext cx="1134432" cy="405154"/>
            <a:chOff x="7346150" y="2907000"/>
            <a:chExt cx="1318800" cy="471000"/>
          </a:xfrm>
        </p:grpSpPr>
        <p:sp>
          <p:nvSpPr>
            <p:cNvPr id="1160" name="Google Shape;1160;p91"/>
            <p:cNvSpPr/>
            <p:nvPr/>
          </p:nvSpPr>
          <p:spPr>
            <a:xfrm>
              <a:off x="7346150" y="2907000"/>
              <a:ext cx="1318800" cy="471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8700" lIns="78700" spcFirstLastPara="1" rIns="78700" wrap="square" tIns="78700">
              <a:noAutofit/>
            </a:bodyPr>
            <a:lstStyle/>
            <a:p>
              <a:pPr indent="0" lvl="0" marL="0" rtl="0" algn="ctr">
                <a:spcBef>
                  <a:spcPts val="0"/>
                </a:spcBef>
                <a:spcAft>
                  <a:spcPts val="0"/>
                </a:spcAft>
                <a:buNone/>
              </a:pPr>
              <a:r>
                <a:t/>
              </a:r>
              <a:endParaRPr sz="1205">
                <a:solidFill>
                  <a:schemeClr val="dk1"/>
                </a:solidFill>
                <a:latin typeface="IBM Plex Sans"/>
                <a:ea typeface="IBM Plex Sans"/>
                <a:cs typeface="IBM Plex Sans"/>
                <a:sym typeface="IBM Plex Sans"/>
              </a:endParaRPr>
            </a:p>
          </p:txBody>
        </p:sp>
        <p:sp>
          <p:nvSpPr>
            <p:cNvPr id="1161" name="Google Shape;1161;p91"/>
            <p:cNvSpPr txBox="1"/>
            <p:nvPr/>
          </p:nvSpPr>
          <p:spPr>
            <a:xfrm>
              <a:off x="7346150" y="3001575"/>
              <a:ext cx="1318800" cy="2820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Building age</a:t>
              </a:r>
              <a:endParaRPr sz="688">
                <a:solidFill>
                  <a:schemeClr val="accent1"/>
                </a:solidFill>
                <a:latin typeface="IBM Plex Sans Medium"/>
                <a:ea typeface="IBM Plex Sans Medium"/>
                <a:cs typeface="IBM Plex Sans Medium"/>
                <a:sym typeface="IBM Plex Sans Medium"/>
              </a:endParaRPr>
            </a:p>
          </p:txBody>
        </p:sp>
      </p:grpSp>
      <p:sp>
        <p:nvSpPr>
          <p:cNvPr id="1162" name="Google Shape;1162;p91"/>
          <p:cNvSpPr txBox="1"/>
          <p:nvPr/>
        </p:nvSpPr>
        <p:spPr>
          <a:xfrm>
            <a:off x="449681" y="4107159"/>
            <a:ext cx="1134300" cy="242700"/>
          </a:xfrm>
          <a:prstGeom prst="rect">
            <a:avLst/>
          </a:prstGeom>
          <a:noFill/>
          <a:ln>
            <a:noFill/>
          </a:ln>
        </p:spPr>
        <p:txBody>
          <a:bodyPr anchorCtr="0" anchor="ctr" bIns="78700" lIns="78700" spcFirstLastPara="1" rIns="78700" wrap="square" tIns="78700">
            <a:noAutofit/>
          </a:bodyPr>
          <a:lstStyle/>
          <a:p>
            <a:pPr indent="0" lvl="0" marL="0" rtl="0" algn="ctr">
              <a:spcBef>
                <a:spcPts val="0"/>
              </a:spcBef>
              <a:spcAft>
                <a:spcPts val="0"/>
              </a:spcAft>
              <a:buNone/>
            </a:pPr>
            <a:r>
              <a:rPr lang="en" sz="688">
                <a:solidFill>
                  <a:schemeClr val="accent1"/>
                </a:solidFill>
                <a:latin typeface="IBM Plex Sans Medium"/>
                <a:ea typeface="IBM Plex Sans Medium"/>
                <a:cs typeface="IBM Plex Sans Medium"/>
                <a:sym typeface="IBM Plex Sans Medium"/>
              </a:rPr>
              <a:t>Storey</a:t>
            </a:r>
            <a:endParaRPr sz="688">
              <a:solidFill>
                <a:schemeClr val="accent1"/>
              </a:solidFill>
              <a:latin typeface="IBM Plex Sans Medium"/>
              <a:ea typeface="IBM Plex Sans Medium"/>
              <a:cs typeface="IBM Plex Sans Medium"/>
              <a:sym typeface="IBM Plex Sans Medium"/>
            </a:endParaRPr>
          </a:p>
        </p:txBody>
      </p:sp>
      <p:cxnSp>
        <p:nvCxnSpPr>
          <p:cNvPr id="1163" name="Google Shape;1163;p91"/>
          <p:cNvCxnSpPr/>
          <p:nvPr/>
        </p:nvCxnSpPr>
        <p:spPr>
          <a:xfrm flipH="1" rot="10800000">
            <a:off x="1568443" y="2140454"/>
            <a:ext cx="582300" cy="5100"/>
          </a:xfrm>
          <a:prstGeom prst="straightConnector1">
            <a:avLst/>
          </a:prstGeom>
          <a:noFill/>
          <a:ln cap="flat" cmpd="sng" w="9525">
            <a:solidFill>
              <a:schemeClr val="dk2"/>
            </a:solidFill>
            <a:prstDash val="solid"/>
            <a:round/>
            <a:headEnd len="med" w="med" type="none"/>
            <a:tailEnd len="med" w="med" type="triangle"/>
          </a:ln>
        </p:spPr>
      </p:cxnSp>
      <p:cxnSp>
        <p:nvCxnSpPr>
          <p:cNvPr id="1164" name="Google Shape;1164;p91"/>
          <p:cNvCxnSpPr/>
          <p:nvPr/>
        </p:nvCxnSpPr>
        <p:spPr>
          <a:xfrm flipH="1" rot="10800000">
            <a:off x="1599668" y="2658079"/>
            <a:ext cx="582300" cy="5100"/>
          </a:xfrm>
          <a:prstGeom prst="straightConnector1">
            <a:avLst/>
          </a:prstGeom>
          <a:noFill/>
          <a:ln cap="flat" cmpd="sng" w="9525">
            <a:solidFill>
              <a:schemeClr val="dk2"/>
            </a:solidFill>
            <a:prstDash val="solid"/>
            <a:round/>
            <a:headEnd len="med" w="med" type="none"/>
            <a:tailEnd len="med" w="med" type="triangle"/>
          </a:ln>
        </p:spPr>
      </p:cxnSp>
      <p:cxnSp>
        <p:nvCxnSpPr>
          <p:cNvPr id="1165" name="Google Shape;1165;p91"/>
          <p:cNvCxnSpPr/>
          <p:nvPr/>
        </p:nvCxnSpPr>
        <p:spPr>
          <a:xfrm flipH="1" rot="10800000">
            <a:off x="1599668" y="3175704"/>
            <a:ext cx="582300" cy="5100"/>
          </a:xfrm>
          <a:prstGeom prst="straightConnector1">
            <a:avLst/>
          </a:prstGeom>
          <a:noFill/>
          <a:ln cap="flat" cmpd="sng" w="9525">
            <a:solidFill>
              <a:schemeClr val="dk2"/>
            </a:solidFill>
            <a:prstDash val="solid"/>
            <a:round/>
            <a:headEnd len="med" w="med" type="none"/>
            <a:tailEnd len="med" w="med" type="triangle"/>
          </a:ln>
        </p:spPr>
      </p:cxnSp>
      <p:cxnSp>
        <p:nvCxnSpPr>
          <p:cNvPr id="1166" name="Google Shape;1166;p91"/>
          <p:cNvCxnSpPr/>
          <p:nvPr/>
        </p:nvCxnSpPr>
        <p:spPr>
          <a:xfrm flipH="1" rot="10800000">
            <a:off x="1599668" y="3693329"/>
            <a:ext cx="582300" cy="5100"/>
          </a:xfrm>
          <a:prstGeom prst="straightConnector1">
            <a:avLst/>
          </a:prstGeom>
          <a:noFill/>
          <a:ln cap="flat" cmpd="sng" w="9525">
            <a:solidFill>
              <a:schemeClr val="dk2"/>
            </a:solidFill>
            <a:prstDash val="solid"/>
            <a:round/>
            <a:headEnd len="med" w="med" type="none"/>
            <a:tailEnd len="med" w="med" type="triangle"/>
          </a:ln>
        </p:spPr>
      </p:cxnSp>
      <p:cxnSp>
        <p:nvCxnSpPr>
          <p:cNvPr id="1167" name="Google Shape;1167;p91"/>
          <p:cNvCxnSpPr/>
          <p:nvPr/>
        </p:nvCxnSpPr>
        <p:spPr>
          <a:xfrm flipH="1" rot="10800000">
            <a:off x="1599668" y="4210954"/>
            <a:ext cx="582300" cy="5100"/>
          </a:xfrm>
          <a:prstGeom prst="straightConnector1">
            <a:avLst/>
          </a:prstGeom>
          <a:noFill/>
          <a:ln cap="flat" cmpd="sng" w="9525">
            <a:solidFill>
              <a:schemeClr val="dk2"/>
            </a:solidFill>
            <a:prstDash val="solid"/>
            <a:round/>
            <a:headEnd len="med" w="med" type="none"/>
            <a:tailEnd len="med" w="med" type="triangle"/>
          </a:ln>
        </p:spPr>
      </p:cxnSp>
      <p:cxnSp>
        <p:nvCxnSpPr>
          <p:cNvPr id="1168" name="Google Shape;1168;p91"/>
          <p:cNvCxnSpPr/>
          <p:nvPr/>
        </p:nvCxnSpPr>
        <p:spPr>
          <a:xfrm flipH="1" rot="10800000">
            <a:off x="1599668" y="4791104"/>
            <a:ext cx="582300" cy="5100"/>
          </a:xfrm>
          <a:prstGeom prst="straightConnector1">
            <a:avLst/>
          </a:prstGeom>
          <a:noFill/>
          <a:ln cap="flat" cmpd="sng" w="9525">
            <a:solidFill>
              <a:schemeClr val="dk2"/>
            </a:solidFill>
            <a:prstDash val="solid"/>
            <a:round/>
            <a:headEnd len="med" w="med" type="none"/>
            <a:tailEnd len="med" w="med" type="triangle"/>
          </a:ln>
        </p:spPr>
      </p:cxnSp>
      <p:sp>
        <p:nvSpPr>
          <p:cNvPr id="1169" name="Google Shape;1169;p91"/>
          <p:cNvSpPr txBox="1"/>
          <p:nvPr/>
        </p:nvSpPr>
        <p:spPr>
          <a:xfrm>
            <a:off x="2181975" y="1957685"/>
            <a:ext cx="6360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IBM Plex Sans"/>
                <a:ea typeface="IBM Plex Sans"/>
                <a:cs typeface="IBM Plex Sans"/>
                <a:sym typeface="IBM Plex Sans"/>
              </a:rPr>
              <a:t>How have resale prices changed over time?</a:t>
            </a:r>
            <a:endParaRPr b="1" sz="1300">
              <a:solidFill>
                <a:schemeClr val="dk1"/>
              </a:solidFill>
              <a:latin typeface="IBM Plex Sans"/>
              <a:ea typeface="IBM Plex Sans"/>
              <a:cs typeface="IBM Plex Sans"/>
              <a:sym typeface="IBM Plex Sans"/>
            </a:endParaRPr>
          </a:p>
        </p:txBody>
      </p:sp>
      <p:sp>
        <p:nvSpPr>
          <p:cNvPr id="1170" name="Google Shape;1170;p91"/>
          <p:cNvSpPr txBox="1"/>
          <p:nvPr/>
        </p:nvSpPr>
        <p:spPr>
          <a:xfrm>
            <a:off x="2172055" y="2465159"/>
            <a:ext cx="6360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IBM Plex Sans"/>
                <a:ea typeface="IBM Plex Sans"/>
                <a:cs typeface="IBM Plex Sans"/>
                <a:sym typeface="IBM Plex Sans"/>
              </a:rPr>
              <a:t>How does price per sqm differ across towns?</a:t>
            </a:r>
            <a:endParaRPr b="1" sz="1300">
              <a:solidFill>
                <a:schemeClr val="dk1"/>
              </a:solidFill>
              <a:latin typeface="IBM Plex Sans"/>
              <a:ea typeface="IBM Plex Sans"/>
              <a:cs typeface="IBM Plex Sans"/>
              <a:sym typeface="IBM Plex Sans"/>
            </a:endParaRPr>
          </a:p>
        </p:txBody>
      </p:sp>
      <p:sp>
        <p:nvSpPr>
          <p:cNvPr id="1171" name="Google Shape;1171;p91"/>
          <p:cNvSpPr txBox="1"/>
          <p:nvPr/>
        </p:nvSpPr>
        <p:spPr>
          <a:xfrm>
            <a:off x="2172281" y="2992923"/>
            <a:ext cx="6360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IBM Plex Sans"/>
                <a:ea typeface="IBM Plex Sans"/>
                <a:cs typeface="IBM Plex Sans"/>
                <a:sym typeface="IBM Plex Sans"/>
              </a:rPr>
              <a:t>How do resale prices differ by flat type?</a:t>
            </a:r>
            <a:endParaRPr b="1" sz="1300">
              <a:solidFill>
                <a:schemeClr val="dk1"/>
              </a:solidFill>
              <a:latin typeface="IBM Plex Sans"/>
              <a:ea typeface="IBM Plex Sans"/>
              <a:cs typeface="IBM Plex Sans"/>
              <a:sym typeface="IBM Plex Sans"/>
            </a:endParaRPr>
          </a:p>
        </p:txBody>
      </p:sp>
      <p:sp>
        <p:nvSpPr>
          <p:cNvPr id="1172" name="Google Shape;1172;p91"/>
          <p:cNvSpPr txBox="1"/>
          <p:nvPr/>
        </p:nvSpPr>
        <p:spPr>
          <a:xfrm>
            <a:off x="2172506" y="3500397"/>
            <a:ext cx="6360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IBM Plex Sans"/>
                <a:ea typeface="IBM Plex Sans"/>
                <a:cs typeface="IBM Plex Sans"/>
                <a:sym typeface="IBM Plex Sans"/>
              </a:rPr>
              <a:t>How does remaining lease relate to price per sqm?</a:t>
            </a:r>
            <a:endParaRPr b="1" sz="1300">
              <a:solidFill>
                <a:schemeClr val="dk1"/>
              </a:solidFill>
              <a:latin typeface="IBM Plex Sans"/>
              <a:ea typeface="IBM Plex Sans"/>
              <a:cs typeface="IBM Plex Sans"/>
              <a:sym typeface="IBM Plex Sans"/>
            </a:endParaRPr>
          </a:p>
        </p:txBody>
      </p:sp>
      <p:sp>
        <p:nvSpPr>
          <p:cNvPr id="1173" name="Google Shape;1173;p91"/>
          <p:cNvSpPr txBox="1"/>
          <p:nvPr/>
        </p:nvSpPr>
        <p:spPr>
          <a:xfrm>
            <a:off x="2172732" y="4018016"/>
            <a:ext cx="6360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IBM Plex Sans"/>
                <a:ea typeface="IBM Plex Sans"/>
                <a:cs typeface="IBM Plex Sans"/>
                <a:sym typeface="IBM Plex Sans"/>
              </a:rPr>
              <a:t>How does storey range relate to resale price?</a:t>
            </a:r>
            <a:endParaRPr b="1" sz="1300">
              <a:solidFill>
                <a:schemeClr val="dk1"/>
              </a:solidFill>
              <a:latin typeface="IBM Plex Sans"/>
              <a:ea typeface="IBM Plex Sans"/>
              <a:cs typeface="IBM Plex Sans"/>
              <a:sym typeface="IBM Plex Sans"/>
            </a:endParaRPr>
          </a:p>
        </p:txBody>
      </p:sp>
      <p:sp>
        <p:nvSpPr>
          <p:cNvPr id="1174" name="Google Shape;1174;p91"/>
          <p:cNvSpPr txBox="1"/>
          <p:nvPr/>
        </p:nvSpPr>
        <p:spPr>
          <a:xfrm>
            <a:off x="2172957" y="4586360"/>
            <a:ext cx="63609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latin typeface="IBM Plex Sans"/>
                <a:ea typeface="IBM Plex Sans"/>
                <a:cs typeface="IBM Plex Sans"/>
                <a:sym typeface="IBM Plex Sans"/>
              </a:rPr>
              <a:t>How does building age relate to price per sqm?</a:t>
            </a:r>
            <a:endParaRPr b="1" sz="1300">
              <a:solidFill>
                <a:schemeClr val="dk1"/>
              </a:solidFill>
              <a:latin typeface="IBM Plex Sans"/>
              <a:ea typeface="IBM Plex Sans"/>
              <a:cs typeface="IBM Plex Sans"/>
              <a:sym typeface="IBM Plex Sans"/>
            </a:endParaRPr>
          </a:p>
        </p:txBody>
      </p:sp>
      <p:sp>
        <p:nvSpPr>
          <p:cNvPr id="1175" name="Google Shape;1175;p91"/>
          <p:cNvSpPr txBox="1"/>
          <p:nvPr/>
        </p:nvSpPr>
        <p:spPr>
          <a:xfrm>
            <a:off x="7375400" y="3976825"/>
            <a:ext cx="1768500" cy="11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IBM Plex Sans"/>
                <a:ea typeface="IBM Plex Sans"/>
                <a:cs typeface="IBM Plex Sans"/>
                <a:sym typeface="IBM Plex Sans"/>
              </a:rPr>
              <a:t>*</a:t>
            </a:r>
            <a:r>
              <a:rPr lang="en" sz="1000">
                <a:solidFill>
                  <a:schemeClr val="dk1"/>
                </a:solidFill>
              </a:rPr>
              <a:t>Analysis performed using SQL queries on </a:t>
            </a:r>
            <a:r>
              <a:rPr lang="en" sz="1000">
                <a:solidFill>
                  <a:schemeClr val="dk1"/>
                </a:solidFill>
                <a:latin typeface="Roboto Mono"/>
                <a:ea typeface="Roboto Mono"/>
                <a:cs typeface="Roboto Mono"/>
                <a:sym typeface="Roboto Mono"/>
              </a:rPr>
              <a:t>analytics.resale_enriched</a:t>
            </a:r>
            <a:r>
              <a:rPr lang="en" sz="1000">
                <a:solidFill>
                  <a:schemeClr val="dk1"/>
                </a:solidFill>
              </a:rPr>
              <a:t>, with Python used for visualisation.</a:t>
            </a:r>
            <a:endParaRPr sz="1000">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92"/>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181" name="Google Shape;1181;p92"/>
          <p:cNvSpPr txBox="1"/>
          <p:nvPr>
            <p:ph type="title"/>
          </p:nvPr>
        </p:nvSpPr>
        <p:spPr>
          <a:xfrm>
            <a:off x="487450" y="720975"/>
            <a:ext cx="3925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HDB Resale Price Trend Over Time</a:t>
            </a:r>
            <a:endParaRPr b="1"/>
          </a:p>
        </p:txBody>
      </p:sp>
      <p:sp>
        <p:nvSpPr>
          <p:cNvPr id="1182" name="Google Shape;1182;p92"/>
          <p:cNvSpPr txBox="1"/>
          <p:nvPr>
            <p:ph idx="2" type="subTitle"/>
          </p:nvPr>
        </p:nvSpPr>
        <p:spPr>
          <a:xfrm>
            <a:off x="83370" y="4081325"/>
            <a:ext cx="35181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a:t>
            </a:r>
            <a:r>
              <a:rPr lang="en"/>
              <a:t>: Median resale price by transaction year</a:t>
            </a:r>
            <a:br>
              <a:rPr lang="en"/>
            </a:br>
            <a:endParaRPr/>
          </a:p>
          <a:p>
            <a:pPr indent="0" lvl="0" marL="0" rtl="0" algn="l">
              <a:spcBef>
                <a:spcPts val="0"/>
              </a:spcBef>
              <a:spcAft>
                <a:spcPts val="0"/>
              </a:spcAft>
              <a:buNone/>
            </a:pPr>
            <a:r>
              <a:rPr b="1" lang="en"/>
              <a:t>Period</a:t>
            </a:r>
            <a:r>
              <a:rPr lang="en"/>
              <a:t>: 2017–Sep 2026</a:t>
            </a:r>
            <a:endParaRPr/>
          </a:p>
        </p:txBody>
      </p:sp>
      <p:sp>
        <p:nvSpPr>
          <p:cNvPr id="1183" name="Google Shape;1183;p92"/>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184" name="Google Shape;1184;p92"/>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pic>
        <p:nvPicPr>
          <p:cNvPr id="1185" name="Google Shape;1185;p92" title="resalePriceOverTime.png"/>
          <p:cNvPicPr preferRelativeResize="0"/>
          <p:nvPr/>
        </p:nvPicPr>
        <p:blipFill>
          <a:blip r:embed="rId3">
            <a:alphaModFix/>
          </a:blip>
          <a:stretch>
            <a:fillRect/>
          </a:stretch>
        </p:blipFill>
        <p:spPr>
          <a:xfrm>
            <a:off x="22510" y="1184637"/>
            <a:ext cx="4761800" cy="2731434"/>
          </a:xfrm>
          <a:prstGeom prst="rect">
            <a:avLst/>
          </a:prstGeom>
          <a:noFill/>
          <a:ln>
            <a:noFill/>
          </a:ln>
        </p:spPr>
      </p:pic>
      <p:sp>
        <p:nvSpPr>
          <p:cNvPr id="1186" name="Google Shape;1186;p92"/>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Median HDB resale prices declined slightly from 2017 to 2019, reaching the lowest point in 2019.</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From 2020 onwards, median resale prices increased consistently, with a particularly strong rise between 2020 and 2025.</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 median price appears to level off between 2025 and 2026. However, 2026 only contains transactions up to September, so it is a partial-year figure.</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Key takeaway: HDB resale prices show a clear upward trend after 2019.</a:t>
            </a:r>
            <a:endParaRPr sz="1200">
              <a:solidFill>
                <a:schemeClr val="accent1"/>
              </a:solidFill>
              <a:latin typeface="IBM Plex Sans"/>
              <a:ea typeface="IBM Plex Sans"/>
              <a:cs typeface="IBM Plex Sans"/>
              <a:sym typeface="IBM Plex Sans"/>
            </a:endParaRPr>
          </a:p>
        </p:txBody>
      </p:sp>
      <p:sp>
        <p:nvSpPr>
          <p:cNvPr id="1187" name="Google Shape;1187;p92"/>
          <p:cNvSpPr txBox="1"/>
          <p:nvPr>
            <p:ph idx="2" type="subTitle"/>
          </p:nvPr>
        </p:nvSpPr>
        <p:spPr>
          <a:xfrm>
            <a:off x="5531445" y="4142405"/>
            <a:ext cx="35181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Possible contributing factors : </a:t>
            </a:r>
            <a:br>
              <a:rPr b="1" lang="en"/>
            </a:br>
            <a:br>
              <a:rPr b="1" lang="en"/>
            </a:br>
            <a:r>
              <a:rPr lang="en"/>
              <a:t>pandemic-related BTO construction delays may have pushed some buyers toward the resale market, while demand remained strong.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93"/>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193" name="Google Shape;1193;p93"/>
          <p:cNvSpPr txBox="1"/>
          <p:nvPr>
            <p:ph type="title"/>
          </p:nvPr>
        </p:nvSpPr>
        <p:spPr>
          <a:xfrm>
            <a:off x="487450" y="720975"/>
            <a:ext cx="3925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Resale Price per sqm by Town</a:t>
            </a:r>
            <a:endParaRPr b="1"/>
          </a:p>
        </p:txBody>
      </p:sp>
      <p:sp>
        <p:nvSpPr>
          <p:cNvPr id="1194" name="Google Shape;1194;p93"/>
          <p:cNvSpPr txBox="1"/>
          <p:nvPr>
            <p:ph idx="2" type="subTitle"/>
          </p:nvPr>
        </p:nvSpPr>
        <p:spPr>
          <a:xfrm>
            <a:off x="83370" y="4081325"/>
            <a:ext cx="35181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a:t>
            </a:r>
            <a:r>
              <a:rPr lang="en"/>
              <a:t>: Average resale price per sqm by town</a:t>
            </a:r>
            <a:br>
              <a:rPr lang="en"/>
            </a:br>
            <a:endParaRPr/>
          </a:p>
          <a:p>
            <a:pPr indent="0" lvl="0" marL="0" rtl="0" algn="l">
              <a:spcBef>
                <a:spcPts val="0"/>
              </a:spcBef>
              <a:spcAft>
                <a:spcPts val="0"/>
              </a:spcAft>
              <a:buNone/>
            </a:pPr>
            <a:r>
              <a:rPr b="1" lang="en"/>
              <a:t>Period</a:t>
            </a:r>
            <a:r>
              <a:rPr lang="en"/>
              <a:t>: Jan 2017 – Sep 2026</a:t>
            </a:r>
            <a:endParaRPr/>
          </a:p>
        </p:txBody>
      </p:sp>
      <p:sp>
        <p:nvSpPr>
          <p:cNvPr id="1195" name="Google Shape;1195;p93"/>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196" name="Google Shape;1196;p93"/>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197" name="Google Shape;1197;p93"/>
          <p:cNvSpPr txBox="1"/>
          <p:nvPr/>
        </p:nvSpPr>
        <p:spPr>
          <a:xfrm>
            <a:off x="5021750" y="106522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IBM Plex Sans"/>
              <a:buChar char="❖"/>
            </a:pPr>
            <a:r>
              <a:rPr b="1" lang="en" sz="1200">
                <a:solidFill>
                  <a:schemeClr val="accent1"/>
                </a:solidFill>
                <a:latin typeface="IBM Plex Sans"/>
                <a:ea typeface="IBM Plex Sans"/>
                <a:cs typeface="IBM Plex Sans"/>
                <a:sym typeface="IBM Plex Sans"/>
              </a:rPr>
              <a:t>Central Area</a:t>
            </a:r>
            <a:r>
              <a:rPr lang="en" sz="1200">
                <a:solidFill>
                  <a:schemeClr val="accent1"/>
                </a:solidFill>
                <a:latin typeface="IBM Plex Sans"/>
                <a:ea typeface="IBM Plex Sans"/>
                <a:cs typeface="IBM Plex Sans"/>
                <a:sym typeface="IBM Plex Sans"/>
              </a:rPr>
              <a:t> recorded the </a:t>
            </a:r>
            <a:r>
              <a:rPr b="1" lang="en" sz="1200">
                <a:solidFill>
                  <a:schemeClr val="accent1"/>
                </a:solidFill>
                <a:latin typeface="IBM Plex Sans"/>
                <a:ea typeface="IBM Plex Sans"/>
                <a:cs typeface="IBM Plex Sans"/>
                <a:sym typeface="IBM Plex Sans"/>
              </a:rPr>
              <a:t>highest</a:t>
            </a:r>
            <a:r>
              <a:rPr lang="en" sz="1200">
                <a:solidFill>
                  <a:schemeClr val="accent1"/>
                </a:solidFill>
                <a:latin typeface="IBM Plex Sans"/>
                <a:ea typeface="IBM Plex Sans"/>
                <a:cs typeface="IBM Plex Sans"/>
                <a:sym typeface="IBM Plex Sans"/>
              </a:rPr>
              <a:t> average resale price per sqm, followed by Queenstown and Bukit Merah.</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 </a:t>
            </a:r>
            <a:r>
              <a:rPr b="1" lang="en" sz="1200">
                <a:solidFill>
                  <a:schemeClr val="accent1"/>
                </a:solidFill>
                <a:latin typeface="IBM Plex Sans"/>
                <a:ea typeface="IBM Plex Sans"/>
                <a:cs typeface="IBM Plex Sans"/>
                <a:sym typeface="IBM Plex Sans"/>
              </a:rPr>
              <a:t>lowest</a:t>
            </a:r>
            <a:r>
              <a:rPr lang="en" sz="1200">
                <a:solidFill>
                  <a:schemeClr val="accent1"/>
                </a:solidFill>
                <a:latin typeface="IBM Plex Sans"/>
                <a:ea typeface="IBM Plex Sans"/>
                <a:cs typeface="IBM Plex Sans"/>
                <a:sym typeface="IBM Plex Sans"/>
              </a:rPr>
              <a:t> average price per sqm was observed in towns such as </a:t>
            </a:r>
            <a:r>
              <a:rPr b="1" lang="en" sz="1200">
                <a:solidFill>
                  <a:schemeClr val="accent1"/>
                </a:solidFill>
                <a:latin typeface="IBM Plex Sans"/>
                <a:ea typeface="IBM Plex Sans"/>
                <a:cs typeface="IBM Plex Sans"/>
                <a:sym typeface="IBM Plex Sans"/>
              </a:rPr>
              <a:t>Choa Chu Kang, Woodlands and Jurong West.</a:t>
            </a:r>
            <a:br>
              <a:rPr b="1" lang="en" sz="1200">
                <a:solidFill>
                  <a:schemeClr val="accent1"/>
                </a:solidFill>
                <a:latin typeface="IBM Plex Sans"/>
                <a:ea typeface="IBM Plex Sans"/>
                <a:cs typeface="IBM Plex Sans"/>
                <a:sym typeface="IBM Plex Sans"/>
              </a:rPr>
            </a:br>
            <a:endParaRPr b="1"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 sizeable difference between towns suggests that l</a:t>
            </a:r>
            <a:r>
              <a:rPr b="1" lang="en" sz="1200">
                <a:solidFill>
                  <a:schemeClr val="accent1"/>
                </a:solidFill>
                <a:latin typeface="IBM Plex Sans"/>
                <a:ea typeface="IBM Plex Sans"/>
                <a:cs typeface="IBM Plex Sans"/>
                <a:sym typeface="IBM Plex Sans"/>
              </a:rPr>
              <a:t>ocation is strongly associated </a:t>
            </a:r>
            <a:r>
              <a:rPr lang="en" sz="1200">
                <a:solidFill>
                  <a:schemeClr val="accent1"/>
                </a:solidFill>
                <a:latin typeface="IBM Plex Sans"/>
                <a:ea typeface="IBM Plex Sans"/>
                <a:cs typeface="IBM Plex Sans"/>
                <a:sym typeface="IBM Plex Sans"/>
              </a:rPr>
              <a:t>with HDB resale value, even after adjusting for floor area.</a:t>
            </a:r>
            <a:endParaRPr sz="1200">
              <a:solidFill>
                <a:schemeClr val="accent1"/>
              </a:solidFill>
              <a:latin typeface="IBM Plex Sans"/>
              <a:ea typeface="IBM Plex Sans"/>
              <a:cs typeface="IBM Plex Sans"/>
              <a:sym typeface="IBM Plex Sans"/>
            </a:endParaRPr>
          </a:p>
        </p:txBody>
      </p:sp>
      <p:sp>
        <p:nvSpPr>
          <p:cNvPr id="1198" name="Google Shape;1198;p93"/>
          <p:cNvSpPr txBox="1"/>
          <p:nvPr>
            <p:ph idx="2" type="subTitle"/>
          </p:nvPr>
        </p:nvSpPr>
        <p:spPr>
          <a:xfrm>
            <a:off x="4879720" y="3594544"/>
            <a:ext cx="4169700" cy="160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     </a:t>
            </a:r>
            <a:r>
              <a:rPr b="1" lang="en"/>
              <a:t>Possible contributing factors : </a:t>
            </a:r>
            <a:br>
              <a:rPr b="1" lang="en"/>
            </a:br>
            <a:endParaRPr b="1"/>
          </a:p>
          <a:p>
            <a:pPr indent="-292100" lvl="0" marL="457200" rtl="0" algn="l">
              <a:spcBef>
                <a:spcPts val="0"/>
              </a:spcBef>
              <a:spcAft>
                <a:spcPts val="0"/>
              </a:spcAft>
              <a:buSzPts val="1000"/>
              <a:buChar char="-"/>
            </a:pPr>
            <a:r>
              <a:rPr lang="en"/>
              <a:t>Proximity to the city centre and employment/commercial areas.</a:t>
            </a:r>
            <a:br>
              <a:rPr lang="en"/>
            </a:br>
            <a:endParaRPr/>
          </a:p>
          <a:p>
            <a:pPr indent="-292100" lvl="0" marL="457200" rtl="0" algn="l">
              <a:spcBef>
                <a:spcPts val="0"/>
              </a:spcBef>
              <a:spcAft>
                <a:spcPts val="0"/>
              </a:spcAft>
              <a:buSzPts val="1000"/>
              <a:buChar char="-"/>
            </a:pPr>
            <a:r>
              <a:rPr lang="en"/>
              <a:t>Accessibility and transport connectivity, such as MRT links.</a:t>
            </a:r>
            <a:br>
              <a:rPr lang="en"/>
            </a:br>
            <a:endParaRPr/>
          </a:p>
          <a:p>
            <a:pPr indent="-292100" lvl="0" marL="457200" rtl="0" algn="l">
              <a:spcBef>
                <a:spcPts val="0"/>
              </a:spcBef>
              <a:spcAft>
                <a:spcPts val="0"/>
              </a:spcAft>
              <a:buSzPts val="1000"/>
              <a:buChar char="-"/>
            </a:pPr>
            <a:r>
              <a:rPr lang="en"/>
              <a:t>The mix of flat types, flat ages and remaining lease can also differ across towns and affect the average price per sqm.</a:t>
            </a:r>
            <a:br>
              <a:rPr lang="en"/>
            </a:br>
            <a:endParaRPr/>
          </a:p>
        </p:txBody>
      </p:sp>
      <p:pic>
        <p:nvPicPr>
          <p:cNvPr id="1199" name="Google Shape;1199;p93" title="Figure_2.png"/>
          <p:cNvPicPr preferRelativeResize="0"/>
          <p:nvPr/>
        </p:nvPicPr>
        <p:blipFill>
          <a:blip r:embed="rId3">
            <a:alphaModFix/>
          </a:blip>
          <a:stretch>
            <a:fillRect/>
          </a:stretch>
        </p:blipFill>
        <p:spPr>
          <a:xfrm>
            <a:off x="71250" y="1150575"/>
            <a:ext cx="4716950" cy="27820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94"/>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205" name="Google Shape;1205;p94"/>
          <p:cNvSpPr txBox="1"/>
          <p:nvPr>
            <p:ph type="title"/>
          </p:nvPr>
        </p:nvSpPr>
        <p:spPr>
          <a:xfrm>
            <a:off x="487450" y="720975"/>
            <a:ext cx="3925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Resale Price by Flat Type</a:t>
            </a:r>
            <a:endParaRPr b="1"/>
          </a:p>
        </p:txBody>
      </p:sp>
      <p:sp>
        <p:nvSpPr>
          <p:cNvPr id="1206" name="Google Shape;1206;p94"/>
          <p:cNvSpPr txBox="1"/>
          <p:nvPr>
            <p:ph idx="2" type="subTitle"/>
          </p:nvPr>
        </p:nvSpPr>
        <p:spPr>
          <a:xfrm>
            <a:off x="83370" y="4081325"/>
            <a:ext cx="35181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a:t>
            </a:r>
            <a:r>
              <a:rPr lang="en"/>
              <a:t>: Median resale price by flat type</a:t>
            </a:r>
            <a:br>
              <a:rPr lang="en"/>
            </a:br>
            <a:endParaRPr/>
          </a:p>
          <a:p>
            <a:pPr indent="0" lvl="0" marL="0" rtl="0" algn="l">
              <a:spcBef>
                <a:spcPts val="0"/>
              </a:spcBef>
              <a:spcAft>
                <a:spcPts val="0"/>
              </a:spcAft>
              <a:buNone/>
            </a:pPr>
            <a:r>
              <a:rPr b="1" lang="en"/>
              <a:t>Period</a:t>
            </a:r>
            <a:r>
              <a:rPr lang="en"/>
              <a:t>: Jan 2017 – Sep 2026</a:t>
            </a:r>
            <a:endParaRPr/>
          </a:p>
        </p:txBody>
      </p:sp>
      <p:sp>
        <p:nvSpPr>
          <p:cNvPr id="1207" name="Google Shape;1207;p94"/>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08" name="Google Shape;1208;p94"/>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09" name="Google Shape;1209;p94"/>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 jump from 3-Room to 4-Room is visibly larger than the jump from 2-Room to 3-Room, suggesting resale prices do not increase evenly across flat categories.</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Flat type is associated with total resale price, but this comparison should be interpreted together with floor area.</a:t>
            </a:r>
            <a:endParaRPr sz="1200">
              <a:solidFill>
                <a:schemeClr val="accent1"/>
              </a:solidFill>
              <a:latin typeface="IBM Plex Sans"/>
              <a:ea typeface="IBM Plex Sans"/>
              <a:cs typeface="IBM Plex Sans"/>
              <a:sym typeface="IBM Plex Sans"/>
            </a:endParaRPr>
          </a:p>
        </p:txBody>
      </p:sp>
      <p:sp>
        <p:nvSpPr>
          <p:cNvPr id="1210" name="Google Shape;1210;p94"/>
          <p:cNvSpPr txBox="1"/>
          <p:nvPr>
            <p:ph idx="2" type="subTitle"/>
          </p:nvPr>
        </p:nvSpPr>
        <p:spPr>
          <a:xfrm>
            <a:off x="5251100" y="2874263"/>
            <a:ext cx="3518100" cy="195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Possible contributing factors : </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n"/>
              <a:t>Larger flat types generally have greater floor area, which contributes to higher total resale prices.</a:t>
            </a:r>
            <a:br>
              <a:rPr lang="en"/>
            </a:br>
            <a:endParaRPr/>
          </a:p>
          <a:p>
            <a:pPr indent="-292100" lvl="0" marL="457200" rtl="0" algn="l">
              <a:spcBef>
                <a:spcPts val="0"/>
              </a:spcBef>
              <a:spcAft>
                <a:spcPts val="0"/>
              </a:spcAft>
              <a:buSzPts val="1000"/>
              <a:buChar char="-"/>
            </a:pPr>
            <a:r>
              <a:rPr lang="en"/>
              <a:t>Different flat types may also vary in location, age, storey and remaining lease, which can influence the observed price differences.</a:t>
            </a:r>
            <a:br>
              <a:rPr lang="en"/>
            </a:br>
            <a:endParaRPr/>
          </a:p>
          <a:p>
            <a:pPr indent="-292100" lvl="0" marL="457200" rtl="0" algn="l">
              <a:spcBef>
                <a:spcPts val="0"/>
              </a:spcBef>
              <a:spcAft>
                <a:spcPts val="0"/>
              </a:spcAft>
              <a:buSzPts val="1000"/>
              <a:buChar char="-"/>
            </a:pPr>
            <a:r>
              <a:rPr lang="en"/>
              <a:t>Some flat categories, such as Executive and Multi-Generation flats, are less common, which may also affect their observed median prices.</a:t>
            </a:r>
            <a:br>
              <a:rPr lang="en"/>
            </a:br>
            <a:endParaRPr/>
          </a:p>
        </p:txBody>
      </p:sp>
      <p:pic>
        <p:nvPicPr>
          <p:cNvPr id="1211" name="Google Shape;1211;p94" title="Figure_3.png"/>
          <p:cNvPicPr preferRelativeResize="0"/>
          <p:nvPr/>
        </p:nvPicPr>
        <p:blipFill>
          <a:blip r:embed="rId3">
            <a:alphaModFix/>
          </a:blip>
          <a:stretch>
            <a:fillRect/>
          </a:stretch>
        </p:blipFill>
        <p:spPr>
          <a:xfrm>
            <a:off x="91530" y="1150575"/>
            <a:ext cx="4630583" cy="27783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95"/>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217" name="Google Shape;1217;p95"/>
          <p:cNvSpPr txBox="1"/>
          <p:nvPr>
            <p:ph type="title"/>
          </p:nvPr>
        </p:nvSpPr>
        <p:spPr>
          <a:xfrm>
            <a:off x="181670" y="720975"/>
            <a:ext cx="4630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Remaining Lease vs Resale Price per sqm</a:t>
            </a:r>
            <a:endParaRPr b="1"/>
          </a:p>
        </p:txBody>
      </p:sp>
      <p:sp>
        <p:nvSpPr>
          <p:cNvPr id="1218" name="Google Shape;1218;p95"/>
          <p:cNvSpPr txBox="1"/>
          <p:nvPr>
            <p:ph idx="2" type="subTitle"/>
          </p:nvPr>
        </p:nvSpPr>
        <p:spPr>
          <a:xfrm>
            <a:off x="83377" y="4081325"/>
            <a:ext cx="47289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a:t>
            </a:r>
            <a:r>
              <a:rPr lang="en"/>
              <a:t>:  Average resale price per sqm by remaining lease years</a:t>
            </a:r>
            <a:br>
              <a:rPr lang="en"/>
            </a:br>
            <a:endParaRPr/>
          </a:p>
          <a:p>
            <a:pPr indent="0" lvl="0" marL="0" rtl="0" algn="l">
              <a:spcBef>
                <a:spcPts val="0"/>
              </a:spcBef>
              <a:spcAft>
                <a:spcPts val="0"/>
              </a:spcAft>
              <a:buNone/>
            </a:pPr>
            <a:r>
              <a:rPr b="1" lang="en"/>
              <a:t>Period</a:t>
            </a:r>
            <a:r>
              <a:rPr lang="en"/>
              <a:t>:  Jan 2017 – Sep 2026</a:t>
            </a:r>
            <a:endParaRPr/>
          </a:p>
        </p:txBody>
      </p:sp>
      <p:sp>
        <p:nvSpPr>
          <p:cNvPr id="1219" name="Google Shape;1219;p95"/>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20" name="Google Shape;1220;p95"/>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21" name="Google Shape;1221;p95"/>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 relationship between remaining lease and price per sqm is non-linear. Prices remain relatively similar across roughly 40–60 years of remaining lease, before reaching a lower range around the mid-60s.</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A much stronger increase appears once remaining lease exceeds approximately 80 years, with flats above 85 years generally recording substantially higher average price per sqm.</a:t>
            </a:r>
            <a:endParaRPr sz="1200">
              <a:solidFill>
                <a:schemeClr val="accent1"/>
              </a:solidFill>
              <a:latin typeface="IBM Plex Sans"/>
              <a:ea typeface="IBM Plex Sans"/>
              <a:cs typeface="IBM Plex Sans"/>
              <a:sym typeface="IBM Plex Sans"/>
            </a:endParaRPr>
          </a:p>
        </p:txBody>
      </p:sp>
      <p:sp>
        <p:nvSpPr>
          <p:cNvPr id="1222" name="Google Shape;1222;p95"/>
          <p:cNvSpPr txBox="1"/>
          <p:nvPr>
            <p:ph idx="2" type="subTitle"/>
          </p:nvPr>
        </p:nvSpPr>
        <p:spPr>
          <a:xfrm>
            <a:off x="5251100" y="3442378"/>
            <a:ext cx="3518100" cy="195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Possible contributing factors : </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n"/>
              <a:t>Flats with very long remaining leases are generally newer, so remaining lease is strongly related to building age.</a:t>
            </a:r>
            <a:br>
              <a:rPr lang="en"/>
            </a:br>
            <a:endParaRPr/>
          </a:p>
          <a:p>
            <a:pPr indent="-292100" lvl="0" marL="457200" rtl="0" algn="l">
              <a:spcBef>
                <a:spcPts val="0"/>
              </a:spcBef>
              <a:spcAft>
                <a:spcPts val="0"/>
              </a:spcAft>
              <a:buSzPts val="1000"/>
              <a:buChar char="-"/>
            </a:pPr>
            <a:r>
              <a:rPr lang="en"/>
              <a:t>Newer flats may also be disproportionately located in higher-priced towns or newer developments, meaning location may partly explain the observed increase.</a:t>
            </a:r>
            <a:br>
              <a:rPr lang="en"/>
            </a:br>
            <a:endParaRPr/>
          </a:p>
        </p:txBody>
      </p:sp>
      <p:pic>
        <p:nvPicPr>
          <p:cNvPr id="1223" name="Google Shape;1223;p95" title="Figure_4.png"/>
          <p:cNvPicPr preferRelativeResize="0"/>
          <p:nvPr/>
        </p:nvPicPr>
        <p:blipFill>
          <a:blip r:embed="rId3">
            <a:alphaModFix/>
          </a:blip>
          <a:stretch>
            <a:fillRect/>
          </a:stretch>
        </p:blipFill>
        <p:spPr>
          <a:xfrm>
            <a:off x="81385" y="1150575"/>
            <a:ext cx="4630583" cy="27783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96"/>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229" name="Google Shape;1229;p96"/>
          <p:cNvSpPr txBox="1"/>
          <p:nvPr>
            <p:ph type="title"/>
          </p:nvPr>
        </p:nvSpPr>
        <p:spPr>
          <a:xfrm>
            <a:off x="181670" y="720975"/>
            <a:ext cx="4630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Storey Range vs Resale Price</a:t>
            </a:r>
            <a:endParaRPr b="1"/>
          </a:p>
        </p:txBody>
      </p:sp>
      <p:sp>
        <p:nvSpPr>
          <p:cNvPr id="1230" name="Google Shape;1230;p96"/>
          <p:cNvSpPr txBox="1"/>
          <p:nvPr>
            <p:ph idx="2" type="subTitle"/>
          </p:nvPr>
        </p:nvSpPr>
        <p:spPr>
          <a:xfrm>
            <a:off x="83377" y="4081325"/>
            <a:ext cx="47289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a:t>
            </a:r>
            <a:r>
              <a:rPr lang="en"/>
              <a:t>:  Average resale price by storey range</a:t>
            </a:r>
            <a:br>
              <a:rPr lang="en"/>
            </a:br>
            <a:endParaRPr/>
          </a:p>
          <a:p>
            <a:pPr indent="0" lvl="0" marL="0" rtl="0" algn="l">
              <a:spcBef>
                <a:spcPts val="0"/>
              </a:spcBef>
              <a:spcAft>
                <a:spcPts val="0"/>
              </a:spcAft>
              <a:buNone/>
            </a:pPr>
            <a:r>
              <a:rPr b="1" lang="en"/>
              <a:t>Period</a:t>
            </a:r>
            <a:r>
              <a:rPr lang="en"/>
              <a:t>:  Jan 2017 – Sep 2026</a:t>
            </a:r>
            <a:endParaRPr/>
          </a:p>
        </p:txBody>
      </p:sp>
      <p:sp>
        <p:nvSpPr>
          <p:cNvPr id="1231" name="Google Shape;1231;p96"/>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32" name="Google Shape;1232;p96"/>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33" name="Google Shape;1233;p96"/>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Average resale price shows a clear upward trend across higher storey ranges, with the highest storey groups recording the highest average resale prices.</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 strongest increases appear in the upper storey ranges, suggesting that a storey premium may become more pronounced at very high floors.</a:t>
            </a:r>
            <a:endParaRPr sz="1200">
              <a:solidFill>
                <a:schemeClr val="accent1"/>
              </a:solidFill>
              <a:latin typeface="IBM Plex Sans"/>
              <a:ea typeface="IBM Plex Sans"/>
              <a:cs typeface="IBM Plex Sans"/>
              <a:sym typeface="IBM Plex Sans"/>
            </a:endParaRPr>
          </a:p>
        </p:txBody>
      </p:sp>
      <p:sp>
        <p:nvSpPr>
          <p:cNvPr id="1234" name="Google Shape;1234;p96"/>
          <p:cNvSpPr txBox="1"/>
          <p:nvPr>
            <p:ph idx="2" type="subTitle"/>
          </p:nvPr>
        </p:nvSpPr>
        <p:spPr>
          <a:xfrm>
            <a:off x="5251100" y="3067028"/>
            <a:ext cx="3518100" cy="195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Possible contributing factors : </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n"/>
              <a:t>Higher-floor units may attract a premium because of better views, more privacy and lower street-level noise.</a:t>
            </a:r>
            <a:br>
              <a:rPr lang="en"/>
            </a:br>
            <a:endParaRPr/>
          </a:p>
          <a:p>
            <a:pPr indent="-292100" lvl="0" marL="457200" rtl="0" algn="l">
              <a:spcBef>
                <a:spcPts val="0"/>
              </a:spcBef>
              <a:spcAft>
                <a:spcPts val="0"/>
              </a:spcAft>
              <a:buSzPts val="1000"/>
              <a:buChar char="-"/>
            </a:pPr>
            <a:r>
              <a:rPr lang="en"/>
              <a:t>Very high storeys are more common in certain newer or centrally located developments, so location and building type may partly explain the higher prices.</a:t>
            </a:r>
            <a:br>
              <a:rPr lang="en"/>
            </a:br>
            <a:endParaRPr/>
          </a:p>
          <a:p>
            <a:pPr indent="-292100" lvl="0" marL="457200" rtl="0" algn="l">
              <a:spcBef>
                <a:spcPts val="0"/>
              </a:spcBef>
              <a:spcAft>
                <a:spcPts val="0"/>
              </a:spcAft>
              <a:buSzPts val="1000"/>
              <a:buChar char="-"/>
            </a:pPr>
            <a:r>
              <a:rPr lang="en"/>
              <a:t>Higher-storey transactions may also involve different flat types and floor areas, so the observed trend should not be interpreted as a pure storey effect.</a:t>
            </a:r>
            <a:br>
              <a:rPr lang="en"/>
            </a:br>
            <a:endParaRPr/>
          </a:p>
        </p:txBody>
      </p:sp>
      <p:pic>
        <p:nvPicPr>
          <p:cNvPr id="1235" name="Google Shape;1235;p96" title="Figure_5.png"/>
          <p:cNvPicPr preferRelativeResize="0"/>
          <p:nvPr/>
        </p:nvPicPr>
        <p:blipFill>
          <a:blip r:embed="rId3">
            <a:alphaModFix/>
          </a:blip>
          <a:stretch>
            <a:fillRect/>
          </a:stretch>
        </p:blipFill>
        <p:spPr>
          <a:xfrm>
            <a:off x="61095" y="1150575"/>
            <a:ext cx="4716951" cy="2358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97"/>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241" name="Google Shape;1241;p97"/>
          <p:cNvSpPr txBox="1"/>
          <p:nvPr>
            <p:ph type="title"/>
          </p:nvPr>
        </p:nvSpPr>
        <p:spPr>
          <a:xfrm>
            <a:off x="181670" y="720975"/>
            <a:ext cx="4630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t>Building Age Analysis </a:t>
            </a:r>
            <a:endParaRPr b="1"/>
          </a:p>
        </p:txBody>
      </p:sp>
      <p:sp>
        <p:nvSpPr>
          <p:cNvPr id="1242" name="Google Shape;1242;p97"/>
          <p:cNvSpPr txBox="1"/>
          <p:nvPr>
            <p:ph idx="2" type="subTitle"/>
          </p:nvPr>
        </p:nvSpPr>
        <p:spPr>
          <a:xfrm>
            <a:off x="83377" y="4081325"/>
            <a:ext cx="4728900" cy="60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Measure</a:t>
            </a:r>
            <a:r>
              <a:rPr lang="en"/>
              <a:t>:  Average resale price per sqm by transaction year and building age group</a:t>
            </a:r>
            <a:br>
              <a:rPr lang="en"/>
            </a:br>
            <a:endParaRPr/>
          </a:p>
          <a:p>
            <a:pPr indent="0" lvl="0" marL="0" rtl="0" algn="l">
              <a:spcBef>
                <a:spcPts val="0"/>
              </a:spcBef>
              <a:spcAft>
                <a:spcPts val="0"/>
              </a:spcAft>
              <a:buNone/>
            </a:pPr>
            <a:r>
              <a:rPr b="1" lang="en"/>
              <a:t>Period</a:t>
            </a:r>
            <a:r>
              <a:rPr lang="en"/>
              <a:t>:  Jan 2017 – Sep 2026</a:t>
            </a:r>
            <a:endParaRPr/>
          </a:p>
        </p:txBody>
      </p:sp>
      <p:sp>
        <p:nvSpPr>
          <p:cNvPr id="1243" name="Google Shape;1243;p97"/>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44" name="Google Shape;1244;p97"/>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45" name="Google Shape;1245;p97"/>
          <p:cNvSpPr txBox="1"/>
          <p:nvPr/>
        </p:nvSpPr>
        <p:spPr>
          <a:xfrm>
            <a:off x="5021750" y="106229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Average resale price per sqm increased strongly over the years, especially from 2020 onward.</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Building age does not show a simple “older = cheaper” pattern. Some of the oldest buildings still recorded high price per sqm.</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This may partly be because many older-building transactions occurred in later years, when overall HDB resale prices were already much higher than in 2017–2019.</a:t>
            </a:r>
            <a:br>
              <a:rPr lang="en" sz="1200">
                <a:solidFill>
                  <a:schemeClr val="accent1"/>
                </a:solidFill>
                <a:latin typeface="IBM Plex Sans"/>
                <a:ea typeface="IBM Plex Sans"/>
                <a:cs typeface="IBM Plex Sans"/>
                <a:sym typeface="IBM Plex Sans"/>
              </a:rPr>
            </a:br>
            <a:endParaRPr sz="1200">
              <a:solidFill>
                <a:schemeClr val="accent1"/>
              </a:solidFill>
              <a:latin typeface="IBM Plex Sans"/>
              <a:ea typeface="IBM Plex Sans"/>
              <a:cs typeface="IBM Plex Sans"/>
              <a:sym typeface="IBM Plex Sans"/>
            </a:endParaRPr>
          </a:p>
          <a:p>
            <a:pPr indent="-304800" lvl="0" marL="457200" rtl="0" algn="l">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Therefore, the high prices seen for older buildings may reflect a combination of building age and market-year effects, rather than age alone.</a:t>
            </a:r>
            <a:endParaRPr sz="1200">
              <a:solidFill>
                <a:schemeClr val="accent1"/>
              </a:solidFill>
              <a:latin typeface="IBM Plex Sans"/>
              <a:ea typeface="IBM Plex Sans"/>
              <a:cs typeface="IBM Plex Sans"/>
              <a:sym typeface="IBM Plex Sans"/>
            </a:endParaRPr>
          </a:p>
        </p:txBody>
      </p:sp>
      <p:sp>
        <p:nvSpPr>
          <p:cNvPr id="1246" name="Google Shape;1246;p97"/>
          <p:cNvSpPr txBox="1"/>
          <p:nvPr>
            <p:ph idx="2" type="subTitle"/>
          </p:nvPr>
        </p:nvSpPr>
        <p:spPr>
          <a:xfrm>
            <a:off x="5251100" y="4111322"/>
            <a:ext cx="3518100" cy="114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Possible contributing factors : </a:t>
            </a:r>
            <a:endParaRPr b="1"/>
          </a:p>
          <a:p>
            <a:pPr indent="0" lvl="0" marL="0" rtl="0" algn="l">
              <a:spcBef>
                <a:spcPts val="0"/>
              </a:spcBef>
              <a:spcAft>
                <a:spcPts val="0"/>
              </a:spcAft>
              <a:buNone/>
            </a:pPr>
            <a:r>
              <a:t/>
            </a:r>
            <a:endParaRPr b="1"/>
          </a:p>
          <a:p>
            <a:pPr indent="-292100" lvl="0" marL="457200" rtl="0" algn="l">
              <a:spcBef>
                <a:spcPts val="0"/>
              </a:spcBef>
              <a:spcAft>
                <a:spcPts val="0"/>
              </a:spcAft>
              <a:buSzPts val="1000"/>
              <a:buChar char="-"/>
            </a:pPr>
            <a:r>
              <a:rPr lang="en"/>
              <a:t>Because prices increased substantially over time, some older-flat transactions may also have occurred during higher-price market years, inflating their observed average price per sqm.</a:t>
            </a:r>
            <a:br>
              <a:rPr lang="en"/>
            </a:br>
            <a:endParaRPr/>
          </a:p>
        </p:txBody>
      </p:sp>
      <p:pic>
        <p:nvPicPr>
          <p:cNvPr id="1247" name="Google Shape;1247;p97" title="Figure_6.png"/>
          <p:cNvPicPr preferRelativeResize="0"/>
          <p:nvPr/>
        </p:nvPicPr>
        <p:blipFill>
          <a:blip r:embed="rId3">
            <a:alphaModFix/>
          </a:blip>
          <a:stretch>
            <a:fillRect/>
          </a:stretch>
        </p:blipFill>
        <p:spPr>
          <a:xfrm>
            <a:off x="0" y="1181025"/>
            <a:ext cx="4835776" cy="23494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1" name="Shape 1251"/>
        <p:cNvGrpSpPr/>
        <p:nvPr/>
      </p:nvGrpSpPr>
      <p:grpSpPr>
        <a:xfrm>
          <a:off x="0" y="0"/>
          <a:ext cx="0" cy="0"/>
          <a:chOff x="0" y="0"/>
          <a:chExt cx="0" cy="0"/>
        </a:xfrm>
      </p:grpSpPr>
      <p:sp>
        <p:nvSpPr>
          <p:cNvPr id="1252" name="Google Shape;1252;p98"/>
          <p:cNvSpPr txBox="1"/>
          <p:nvPr>
            <p:ph type="title"/>
          </p:nvPr>
        </p:nvSpPr>
        <p:spPr>
          <a:xfrm>
            <a:off x="91300" y="1882480"/>
            <a:ext cx="4261200" cy="1293000"/>
          </a:xfrm>
          <a:prstGeom prst="rect">
            <a:avLst/>
          </a:prstGeom>
        </p:spPr>
        <p:txBody>
          <a:bodyPr anchorCtr="0" anchor="b" bIns="0" lIns="0" spcFirstLastPara="1" rIns="0" wrap="square" tIns="0">
            <a:spAutoFit/>
          </a:bodyPr>
          <a:lstStyle/>
          <a:p>
            <a:pPr indent="0" lvl="0" marL="0" rtl="0" algn="ctr">
              <a:spcBef>
                <a:spcPts val="0"/>
              </a:spcBef>
              <a:spcAft>
                <a:spcPts val="0"/>
              </a:spcAft>
              <a:buNone/>
            </a:pPr>
            <a:r>
              <a:rPr b="1" lang="en"/>
              <a:t>Hedonic regression</a:t>
            </a:r>
            <a:endParaRPr b="1"/>
          </a:p>
        </p:txBody>
      </p:sp>
      <p:sp>
        <p:nvSpPr>
          <p:cNvPr id="1253" name="Google Shape;1253;p9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304800" lvl="0" marL="457200" rtl="0" algn="l">
              <a:spcBef>
                <a:spcPts val="0"/>
              </a:spcBef>
              <a:spcAft>
                <a:spcPts val="0"/>
              </a:spcAft>
              <a:buSzPts val="1200"/>
              <a:buChar char="❖"/>
            </a:pPr>
            <a:r>
              <a:rPr lang="en" sz="1200"/>
              <a:t>Why a second-stage analysis was needed: </a:t>
            </a:r>
            <a:br>
              <a:rPr lang="en" sz="1200"/>
            </a:br>
            <a:endParaRPr sz="1200"/>
          </a:p>
          <a:p>
            <a:pPr indent="-304800" lvl="1" marL="914400" rtl="0" algn="l">
              <a:spcBef>
                <a:spcPts val="0"/>
              </a:spcBef>
              <a:spcAft>
                <a:spcPts val="0"/>
              </a:spcAft>
              <a:buSzPts val="1200"/>
              <a:buChar char="➢"/>
            </a:pPr>
            <a:r>
              <a:rPr lang="en" sz="1200"/>
              <a:t>The exploratory charts analyse one factor at a time, but HDB prices are influenced by several characteristics simultaneously.</a:t>
            </a:r>
            <a:br>
              <a:rPr lang="en" sz="1200"/>
            </a:br>
            <a:endParaRPr sz="1200"/>
          </a:p>
          <a:p>
            <a:pPr indent="-304800" lvl="0" marL="457200" rtl="0" algn="l">
              <a:spcBef>
                <a:spcPts val="0"/>
              </a:spcBef>
              <a:spcAft>
                <a:spcPts val="0"/>
              </a:spcAft>
              <a:buSzPts val="1200"/>
              <a:buChar char="❖"/>
            </a:pPr>
            <a:r>
              <a:rPr b="1" lang="en" sz="1200"/>
              <a:t>Hedonic regression</a:t>
            </a:r>
            <a:r>
              <a:rPr lang="en" sz="1200"/>
              <a:t> estimates the association of each characteristic with price while holding the others constant.</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99"/>
          <p:cNvSpPr txBox="1"/>
          <p:nvPr>
            <p:ph idx="1" type="subTitle"/>
          </p:nvPr>
        </p:nvSpPr>
        <p:spPr>
          <a:xfrm>
            <a:off x="5066225" y="814799"/>
            <a:ext cx="2719200" cy="24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Observations: </a:t>
            </a:r>
            <a:endParaRPr/>
          </a:p>
        </p:txBody>
      </p:sp>
      <p:sp>
        <p:nvSpPr>
          <p:cNvPr id="1259" name="Google Shape;1259;p99"/>
          <p:cNvSpPr txBox="1"/>
          <p:nvPr>
            <p:ph type="title"/>
          </p:nvPr>
        </p:nvSpPr>
        <p:spPr>
          <a:xfrm>
            <a:off x="181670" y="720975"/>
            <a:ext cx="4630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a:solidFill>
                  <a:srgbClr val="FFC490"/>
                </a:solidFill>
              </a:rPr>
              <a:t>Introducing the Hedonic Model</a:t>
            </a:r>
            <a:r>
              <a:rPr lang="en" sz="1100">
                <a:solidFill>
                  <a:srgbClr val="000000"/>
                </a:solidFill>
                <a:latin typeface="Arial"/>
                <a:ea typeface="Arial"/>
                <a:cs typeface="Arial"/>
                <a:sym typeface="Arial"/>
              </a:rPr>
              <a:t> </a:t>
            </a:r>
            <a:endParaRPr b="1"/>
          </a:p>
        </p:txBody>
      </p:sp>
      <p:sp>
        <p:nvSpPr>
          <p:cNvPr id="1260" name="Google Shape;1260;p99"/>
          <p:cNvSpPr txBox="1"/>
          <p:nvPr>
            <p:ph idx="2" type="subTitle"/>
          </p:nvPr>
        </p:nvSpPr>
        <p:spPr>
          <a:xfrm>
            <a:off x="83377" y="4081325"/>
            <a:ext cx="4728900" cy="602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200">
                <a:solidFill>
                  <a:srgbClr val="F1F5F8"/>
                </a:solidFill>
              </a:rPr>
              <a:t>Model:  </a:t>
            </a:r>
            <a:r>
              <a:rPr lang="en" sz="1200">
                <a:solidFill>
                  <a:srgbClr val="F1F5F8"/>
                </a:solidFill>
              </a:rPr>
              <a:t>OLS regression, log(resale_price) as outcome</a:t>
            </a:r>
            <a:br>
              <a:rPr lang="en" sz="1200">
                <a:solidFill>
                  <a:srgbClr val="F1F5F8"/>
                </a:solidFill>
              </a:rPr>
            </a:br>
            <a:endParaRPr sz="1200">
              <a:solidFill>
                <a:srgbClr val="F1F5F8"/>
              </a:solidFill>
            </a:endParaRPr>
          </a:p>
          <a:p>
            <a:pPr indent="0" lvl="0" marL="0" rtl="0" algn="l">
              <a:lnSpc>
                <a:spcPct val="115000"/>
              </a:lnSpc>
              <a:spcBef>
                <a:spcPts val="0"/>
              </a:spcBef>
              <a:spcAft>
                <a:spcPts val="0"/>
              </a:spcAft>
              <a:buNone/>
            </a:pPr>
            <a:r>
              <a:rPr b="1" lang="en" sz="1200">
                <a:solidFill>
                  <a:srgbClr val="F1F5F8"/>
                </a:solidFill>
              </a:rPr>
              <a:t>Data:  </a:t>
            </a:r>
            <a:r>
              <a:rPr lang="en" sz="1200">
                <a:solidFill>
                  <a:srgbClr val="F1F5F8"/>
                </a:solidFill>
              </a:rPr>
              <a:t>240,807 transactions, Jan 2017–Sep 2026</a:t>
            </a:r>
            <a:endParaRPr sz="1200">
              <a:solidFill>
                <a:srgbClr val="F1F5F8"/>
              </a:solidFill>
            </a:endParaRPr>
          </a:p>
          <a:p>
            <a:pPr indent="0" lvl="0" marL="0" rtl="0" algn="l">
              <a:spcBef>
                <a:spcPts val="0"/>
              </a:spcBef>
              <a:spcAft>
                <a:spcPts val="0"/>
              </a:spcAft>
              <a:buNone/>
            </a:pPr>
            <a:r>
              <a:t/>
            </a:r>
            <a:endParaRPr b="1" sz="1200"/>
          </a:p>
        </p:txBody>
      </p:sp>
      <p:sp>
        <p:nvSpPr>
          <p:cNvPr id="1261" name="Google Shape;1261;p99"/>
          <p:cNvSpPr txBox="1"/>
          <p:nvPr>
            <p:ph idx="12" type="sldNum"/>
          </p:nvPr>
        </p:nvSpPr>
        <p:spPr>
          <a:xfrm>
            <a:off x="8280600" y="228600"/>
            <a:ext cx="386400" cy="228600"/>
          </a:xfrm>
          <a:prstGeom prst="rect">
            <a:avLst/>
          </a:prstGeom>
        </p:spPr>
        <p:txBody>
          <a:bodyPr anchorCtr="0" anchor="t" bIns="0" lIns="0" spcFirstLastPara="1" rIns="0" wrap="square" tIns="0">
            <a:noAutofit/>
          </a:bodyPr>
          <a:lstStyle/>
          <a:p>
            <a:pPr indent="0" lvl="0" marL="0" rtl="0" algn="r">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62" name="Google Shape;1262;p99"/>
          <p:cNvCxnSpPr/>
          <p:nvPr/>
        </p:nvCxnSpPr>
        <p:spPr>
          <a:xfrm>
            <a:off x="4835769" y="-13225"/>
            <a:ext cx="0" cy="5159400"/>
          </a:xfrm>
          <a:prstGeom prst="straightConnector1">
            <a:avLst/>
          </a:prstGeom>
          <a:noFill/>
          <a:ln cap="flat" cmpd="sng" w="9525">
            <a:solidFill>
              <a:schemeClr val="accent1"/>
            </a:solidFill>
            <a:prstDash val="solid"/>
            <a:round/>
            <a:headEnd len="med" w="med" type="none"/>
            <a:tailEnd len="med" w="med" type="none"/>
          </a:ln>
        </p:spPr>
      </p:cxnSp>
      <p:sp>
        <p:nvSpPr>
          <p:cNvPr id="1263" name="Google Shape;1263;p99"/>
          <p:cNvSpPr txBox="1"/>
          <p:nvPr/>
        </p:nvSpPr>
        <p:spPr>
          <a:xfrm>
            <a:off x="5021750" y="1062295"/>
            <a:ext cx="3976800" cy="3124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accent1"/>
              </a:buClr>
              <a:buSzPts val="1200"/>
              <a:buFont typeface="IBM Plex Sans"/>
              <a:buChar char="❖"/>
            </a:pPr>
            <a:r>
              <a:rPr lang="en" sz="1200">
                <a:solidFill>
                  <a:srgbClr val="FFC490"/>
                </a:solidFill>
                <a:latin typeface="IBM Plex Sans"/>
                <a:ea typeface="IBM Plex Sans"/>
                <a:cs typeface="IBM Plex Sans"/>
                <a:sym typeface="IBM Plex Sans"/>
              </a:rPr>
              <a:t>Every prior chart admitted town, type, area, lease, storey and age are entangled. A hedonic regression isolates each effect.</a:t>
            </a:r>
            <a:endParaRPr sz="1200">
              <a:solidFill>
                <a:srgbClr val="FFC490"/>
              </a:solidFill>
              <a:latin typeface="IBM Plex Sans"/>
              <a:ea typeface="IBM Plex Sans"/>
              <a:cs typeface="IBM Plex Sans"/>
              <a:sym typeface="IBM Plex Sans"/>
            </a:endParaRPr>
          </a:p>
          <a:p>
            <a:pPr indent="0" lvl="0" marL="457200" rtl="0" algn="l">
              <a:lnSpc>
                <a:spcPct val="115000"/>
              </a:lnSpc>
              <a:spcBef>
                <a:spcPts val="0"/>
              </a:spcBef>
              <a:spcAft>
                <a:spcPts val="0"/>
              </a:spcAft>
              <a:buNone/>
            </a:pPr>
            <a:r>
              <a:t/>
            </a:r>
            <a:endParaRPr sz="1200">
              <a:solidFill>
                <a:srgbClr val="FFC490"/>
              </a:solidFill>
              <a:latin typeface="IBM Plex Sans"/>
              <a:ea typeface="IBM Plex Sans"/>
              <a:cs typeface="IBM Plex Sans"/>
              <a:sym typeface="IBM Plex Sans"/>
            </a:endParaRPr>
          </a:p>
          <a:p>
            <a:pPr indent="-304800" lvl="0" marL="457200" rtl="0" algn="l">
              <a:lnSpc>
                <a:spcPct val="115000"/>
              </a:lnSpc>
              <a:spcBef>
                <a:spcPts val="0"/>
              </a:spcBef>
              <a:spcAft>
                <a:spcPts val="0"/>
              </a:spcAft>
              <a:buClr>
                <a:schemeClr val="accent1"/>
              </a:buClr>
              <a:buSzPts val="1200"/>
              <a:buFont typeface="IBM Plex Sans"/>
              <a:buChar char="❖"/>
            </a:pPr>
            <a:r>
              <a:rPr lang="en" sz="1200">
                <a:solidFill>
                  <a:srgbClr val="FFC490"/>
                </a:solidFill>
                <a:latin typeface="IBM Plex Sans"/>
                <a:ea typeface="IBM Plex Sans"/>
                <a:cs typeface="IBM Plex Sans"/>
                <a:sym typeface="IBM Plex Sans"/>
              </a:rPr>
              <a:t>log(price) ~ town + flat_type + floor_area + storey + lease + age + year</a:t>
            </a:r>
            <a:endParaRPr sz="1200">
              <a:solidFill>
                <a:srgbClr val="FFC490"/>
              </a:solidFill>
              <a:latin typeface="IBM Plex Sans"/>
              <a:ea typeface="IBM Plex Sans"/>
              <a:cs typeface="IBM Plex Sans"/>
              <a:sym typeface="IBM Plex Sans"/>
            </a:endParaRPr>
          </a:p>
          <a:p>
            <a:pPr indent="0" lvl="0" marL="457200" rtl="0" algn="l">
              <a:lnSpc>
                <a:spcPct val="115000"/>
              </a:lnSpc>
              <a:spcBef>
                <a:spcPts val="0"/>
              </a:spcBef>
              <a:spcAft>
                <a:spcPts val="0"/>
              </a:spcAft>
              <a:buNone/>
            </a:pPr>
            <a:r>
              <a:t/>
            </a:r>
            <a:endParaRPr sz="1200">
              <a:solidFill>
                <a:srgbClr val="FFC490"/>
              </a:solidFill>
              <a:latin typeface="IBM Plex Sans"/>
              <a:ea typeface="IBM Plex Sans"/>
              <a:cs typeface="IBM Plex Sans"/>
              <a:sym typeface="IBM Plex Sans"/>
            </a:endParaRPr>
          </a:p>
          <a:p>
            <a:pPr indent="-304800" lvl="0" marL="457200" rtl="0" algn="l">
              <a:lnSpc>
                <a:spcPct val="115000"/>
              </a:lnSpc>
              <a:spcBef>
                <a:spcPts val="0"/>
              </a:spcBef>
              <a:spcAft>
                <a:spcPts val="0"/>
              </a:spcAft>
              <a:buClr>
                <a:schemeClr val="accent1"/>
              </a:buClr>
              <a:buSzPts val="1200"/>
              <a:buFont typeface="IBM Plex Sans"/>
              <a:buChar char="❖"/>
            </a:pPr>
            <a:r>
              <a:rPr lang="en" sz="1200">
                <a:solidFill>
                  <a:srgbClr val="FFC490"/>
                </a:solidFill>
                <a:latin typeface="IBM Plex Sans"/>
                <a:ea typeface="IBM Plex Sans"/>
                <a:cs typeface="IBM Plex Sans"/>
                <a:sym typeface="IBM Plex Sans"/>
              </a:rPr>
              <a:t>Town alone explains 8% of price variation. Full controls explain 91%.</a:t>
            </a:r>
            <a:endParaRPr sz="1200">
              <a:solidFill>
                <a:srgbClr val="FFC490"/>
              </a:solidFill>
              <a:latin typeface="IBM Plex Sans"/>
              <a:ea typeface="IBM Plex Sans"/>
              <a:cs typeface="IBM Plex Sans"/>
              <a:sym typeface="IBM Plex Sans"/>
            </a:endParaRPr>
          </a:p>
          <a:p>
            <a:pPr indent="0" lvl="0" marL="457200" rtl="0" algn="l">
              <a:spcBef>
                <a:spcPts val="0"/>
              </a:spcBef>
              <a:spcAft>
                <a:spcPts val="0"/>
              </a:spcAft>
              <a:buNone/>
            </a:pPr>
            <a:r>
              <a:t/>
            </a:r>
            <a:endParaRPr sz="1200">
              <a:solidFill>
                <a:schemeClr val="accent1"/>
              </a:solidFill>
              <a:latin typeface="IBM Plex Sans"/>
              <a:ea typeface="IBM Plex Sans"/>
              <a:cs typeface="IBM Plex Sans"/>
              <a:sym typeface="IBM Plex Sans"/>
            </a:endParaRPr>
          </a:p>
        </p:txBody>
      </p:sp>
      <p:sp>
        <p:nvSpPr>
          <p:cNvPr id="1264" name="Google Shape;1264;p99"/>
          <p:cNvSpPr txBox="1"/>
          <p:nvPr>
            <p:ph idx="2" type="subTitle"/>
          </p:nvPr>
        </p:nvSpPr>
        <p:spPr>
          <a:xfrm>
            <a:off x="5251100" y="4111322"/>
            <a:ext cx="3518100" cy="1144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200">
                <a:solidFill>
                  <a:srgbClr val="F1F5F8"/>
                </a:solidFill>
              </a:rPr>
              <a:t>Why this matters :</a:t>
            </a:r>
            <a:endParaRPr b="1" sz="1200">
              <a:solidFill>
                <a:srgbClr val="F1F5F8"/>
              </a:solidFill>
            </a:endParaRPr>
          </a:p>
          <a:p>
            <a:pPr indent="-304800" lvl="0" marL="457200" rtl="0" algn="l">
              <a:lnSpc>
                <a:spcPct val="115000"/>
              </a:lnSpc>
              <a:spcBef>
                <a:spcPts val="0"/>
              </a:spcBef>
              <a:spcAft>
                <a:spcPts val="0"/>
              </a:spcAft>
              <a:buSzPts val="1200"/>
              <a:buChar char="-"/>
            </a:pPr>
            <a:r>
              <a:rPr lang="en" sz="1200">
                <a:solidFill>
                  <a:srgbClr val="F1F5F8"/>
                </a:solidFill>
              </a:rPr>
              <a:t>-Replaces every “possible contributing factors” guess in slides 9–14 with one measured, controlled answer.</a:t>
            </a:r>
            <a:endParaRPr sz="1200">
              <a:solidFill>
                <a:srgbClr val="F1F5F8"/>
              </a:solidFill>
            </a:endParaRPr>
          </a:p>
          <a:p>
            <a:pPr indent="0" lvl="0" marL="457200" rtl="0" algn="l">
              <a:spcBef>
                <a:spcPts val="0"/>
              </a:spcBef>
              <a:spcAft>
                <a:spcPts val="0"/>
              </a:spcAft>
              <a:buNone/>
            </a:pPr>
            <a:r>
              <a:t/>
            </a:r>
            <a:endParaRPr b="1" sz="1200"/>
          </a:p>
        </p:txBody>
      </p:sp>
      <p:pic>
        <p:nvPicPr>
          <p:cNvPr id="1265" name="Google Shape;1265;p99"/>
          <p:cNvPicPr preferRelativeResize="0"/>
          <p:nvPr/>
        </p:nvPicPr>
        <p:blipFill>
          <a:blip r:embed="rId3">
            <a:alphaModFix/>
          </a:blip>
          <a:stretch>
            <a:fillRect/>
          </a:stretch>
        </p:blipFill>
        <p:spPr>
          <a:xfrm>
            <a:off x="59250" y="1189152"/>
            <a:ext cx="4728900" cy="24312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00"/>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t>Observations: </a:t>
            </a:r>
            <a:endParaRPr/>
          </a:p>
        </p:txBody>
      </p:sp>
      <p:sp>
        <p:nvSpPr>
          <p:cNvPr id="1271" name="Google Shape;1271;p100"/>
          <p:cNvSpPr txBox="1"/>
          <p:nvPr>
            <p:ph type="title"/>
          </p:nvPr>
        </p:nvSpPr>
        <p:spPr>
          <a:xfrm>
            <a:off x="181670" y="720975"/>
            <a:ext cx="46305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b="1" lang="en" sz="1800"/>
              <a:t>Town Premium: Naive vs Controlled</a:t>
            </a:r>
            <a:endParaRPr b="1" sz="1800"/>
          </a:p>
        </p:txBody>
      </p:sp>
      <p:sp>
        <p:nvSpPr>
          <p:cNvPr id="1272" name="Google Shape;1272;p100"/>
          <p:cNvSpPr txBox="1"/>
          <p:nvPr>
            <p:ph idx="2" type="subTitle"/>
          </p:nvPr>
        </p:nvSpPr>
        <p:spPr>
          <a:xfrm>
            <a:off x="83377" y="4081325"/>
            <a:ext cx="4728900" cy="60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Measure:  </a:t>
            </a:r>
            <a:r>
              <a:rPr lang="en"/>
              <a:t>Premiums are measured relative to the model’s baseline town.</a:t>
            </a:r>
            <a:br>
              <a:rPr lang="en"/>
            </a:br>
            <a:endParaRPr/>
          </a:p>
          <a:p>
            <a:pPr indent="0" lvl="0" marL="0" rtl="0" algn="l">
              <a:lnSpc>
                <a:spcPct val="100000"/>
              </a:lnSpc>
              <a:spcBef>
                <a:spcPts val="0"/>
              </a:spcBef>
              <a:spcAft>
                <a:spcPts val="0"/>
              </a:spcAft>
              <a:buSzPts val="1000"/>
              <a:buNone/>
            </a:pPr>
            <a:r>
              <a:rPr b="1" lang="en"/>
              <a:t>Period:  </a:t>
            </a:r>
            <a:r>
              <a:rPr lang="en"/>
              <a:t>Jan 2017 – Sep 2026</a:t>
            </a:r>
            <a:endParaRPr/>
          </a:p>
        </p:txBody>
      </p:sp>
      <p:sp>
        <p:nvSpPr>
          <p:cNvPr id="1273" name="Google Shape;1273;p10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74" name="Google Shape;1274;p100"/>
          <p:cNvCxnSpPr/>
          <p:nvPr/>
        </p:nvCxnSpPr>
        <p:spPr>
          <a:xfrm>
            <a:off x="4835769"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1275" name="Google Shape;1275;p100"/>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Central Area and Bukit Timah keep a large premium even after controls — a genuine location effect.</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Bishan's premium roughly halves once controlled (+52% → +17%).</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Much of a town's apparent expensiveness is really bigger, higher-floor, newer flats — not location.</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p:txBody>
      </p:sp>
      <p:sp>
        <p:nvSpPr>
          <p:cNvPr id="1276" name="Google Shape;1276;p100"/>
          <p:cNvSpPr txBox="1"/>
          <p:nvPr>
            <p:ph idx="2" type="subTitle"/>
          </p:nvPr>
        </p:nvSpPr>
        <p:spPr>
          <a:xfrm>
            <a:off x="5251100" y="4172816"/>
            <a:ext cx="3518100" cy="195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Reading the table :</a:t>
            </a:r>
            <a:endParaRPr b="1"/>
          </a:p>
          <a:p>
            <a:pPr indent="-292100" lvl="0" marL="457200" rtl="0" algn="l">
              <a:lnSpc>
                <a:spcPct val="100000"/>
              </a:lnSpc>
              <a:spcBef>
                <a:spcPts val="0"/>
              </a:spcBef>
              <a:spcAft>
                <a:spcPts val="0"/>
              </a:spcAft>
              <a:buSzPts val="1000"/>
              <a:buChar char="-"/>
            </a:pPr>
            <a:r>
              <a:rPr lang="en"/>
              <a:t>“Controlled” holds flat type, floor area, storey, lease and age fixed across towns.</a:t>
            </a:r>
            <a:br>
              <a:rPr lang="en"/>
            </a:br>
            <a:endParaRPr/>
          </a:p>
        </p:txBody>
      </p:sp>
      <p:pic>
        <p:nvPicPr>
          <p:cNvPr id="1277" name="Google Shape;1277;p100" title="Chart"/>
          <p:cNvPicPr preferRelativeResize="0"/>
          <p:nvPr/>
        </p:nvPicPr>
        <p:blipFill rotWithShape="1">
          <a:blip r:embed="rId3">
            <a:alphaModFix/>
          </a:blip>
          <a:srcRect b="0" l="0" r="0" t="0"/>
          <a:stretch/>
        </p:blipFill>
        <p:spPr>
          <a:xfrm>
            <a:off x="181670" y="1450000"/>
            <a:ext cx="4530000" cy="200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01"/>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t>Observations: </a:t>
            </a:r>
            <a:endParaRPr/>
          </a:p>
        </p:txBody>
      </p:sp>
      <p:sp>
        <p:nvSpPr>
          <p:cNvPr id="1283" name="Google Shape;1283;p101"/>
          <p:cNvSpPr txBox="1"/>
          <p:nvPr>
            <p:ph type="title"/>
          </p:nvPr>
        </p:nvSpPr>
        <p:spPr>
          <a:xfrm>
            <a:off x="181670" y="720975"/>
            <a:ext cx="46305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b="1" lang="en" sz="1800"/>
              <a:t>What Actually Moves Price</a:t>
            </a:r>
            <a:endParaRPr b="1" sz="1800"/>
          </a:p>
        </p:txBody>
      </p:sp>
      <p:sp>
        <p:nvSpPr>
          <p:cNvPr id="1284" name="Google Shape;1284;p101"/>
          <p:cNvSpPr txBox="1"/>
          <p:nvPr>
            <p:ph idx="2" type="subTitle"/>
          </p:nvPr>
        </p:nvSpPr>
        <p:spPr>
          <a:xfrm>
            <a:off x="83377" y="4081325"/>
            <a:ext cx="4728900" cy="60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Model:  </a:t>
            </a:r>
            <a:r>
              <a:rPr lang="en"/>
              <a:t>Same controlled hedonic regression as slide 16</a:t>
            </a:r>
            <a:br>
              <a:rPr lang="en"/>
            </a:br>
            <a:endParaRPr/>
          </a:p>
          <a:p>
            <a:pPr indent="0" lvl="0" marL="0" rtl="0" algn="l">
              <a:lnSpc>
                <a:spcPct val="100000"/>
              </a:lnSpc>
              <a:spcBef>
                <a:spcPts val="0"/>
              </a:spcBef>
              <a:spcAft>
                <a:spcPts val="0"/>
              </a:spcAft>
              <a:buSzPts val="1000"/>
              <a:buNone/>
            </a:pPr>
            <a:r>
              <a:rPr b="1" lang="en"/>
              <a:t>Sample:  </a:t>
            </a:r>
            <a:r>
              <a:rPr lang="en"/>
              <a:t>240,807 transactions</a:t>
            </a:r>
            <a:endParaRPr/>
          </a:p>
        </p:txBody>
      </p:sp>
      <p:sp>
        <p:nvSpPr>
          <p:cNvPr id="1285" name="Google Shape;1285;p10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86" name="Google Shape;1286;p101"/>
          <p:cNvCxnSpPr/>
          <p:nvPr/>
        </p:nvCxnSpPr>
        <p:spPr>
          <a:xfrm>
            <a:off x="4835769"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1287" name="Google Shape;1287;p101"/>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Floor area, storey and lease all raise price, all p &lt; 0.001.</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Building age has a clean, significant NEGATIVE effect (−0.45%/yr) once transaction year is held fixed.</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This resolves slide 14: the “older = sometimes pricier” pattern was a market-year confound, not noise.</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lang="en" sz="1200">
                <a:solidFill>
                  <a:schemeClr val="accent1"/>
                </a:solidFill>
                <a:latin typeface="IBM Plex Sans"/>
                <a:ea typeface="IBM Plex Sans"/>
                <a:cs typeface="IBM Plex Sans"/>
                <a:sym typeface="IBM Plex Sans"/>
              </a:rPr>
              <a:t>Interpretation: Each value is the estimated percentage change in resale price for a one-unit increase, holding all other variables constant.</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p:txBody>
      </p:sp>
      <p:sp>
        <p:nvSpPr>
          <p:cNvPr id="1288" name="Google Shape;1288;p101"/>
          <p:cNvSpPr txBox="1"/>
          <p:nvPr>
            <p:ph idx="2" type="subTitle"/>
          </p:nvPr>
        </p:nvSpPr>
        <p:spPr>
          <a:xfrm>
            <a:off x="5251100" y="4172816"/>
            <a:ext cx="3518100" cy="195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Resolves slide 14 :</a:t>
            </a:r>
            <a:endParaRPr b="1"/>
          </a:p>
          <a:p>
            <a:pPr indent="-292100" lvl="0" marL="457200" rtl="0" algn="l">
              <a:lnSpc>
                <a:spcPct val="100000"/>
              </a:lnSpc>
              <a:spcBef>
                <a:spcPts val="0"/>
              </a:spcBef>
              <a:spcAft>
                <a:spcPts val="0"/>
              </a:spcAft>
              <a:buSzPts val="1000"/>
              <a:buChar char="-"/>
            </a:pPr>
            <a:r>
              <a:rPr lang="en"/>
              <a:t>The “small-sample issue” hand-wave is replaced by a proven market-timing confound.</a:t>
            </a:r>
            <a:br>
              <a:rPr lang="en"/>
            </a:br>
            <a:endParaRPr/>
          </a:p>
        </p:txBody>
      </p:sp>
      <p:pic>
        <p:nvPicPr>
          <p:cNvPr id="1289" name="Google Shape;1289;p101" title="Chart"/>
          <p:cNvPicPr preferRelativeResize="0"/>
          <p:nvPr/>
        </p:nvPicPr>
        <p:blipFill rotWithShape="1">
          <a:blip r:embed="rId3">
            <a:alphaModFix/>
          </a:blip>
          <a:srcRect b="0" l="0" r="0" t="0"/>
          <a:stretch/>
        </p:blipFill>
        <p:spPr>
          <a:xfrm>
            <a:off x="181670" y="1450000"/>
            <a:ext cx="4530000" cy="200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102"/>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t>Observations: </a:t>
            </a:r>
            <a:endParaRPr/>
          </a:p>
        </p:txBody>
      </p:sp>
      <p:sp>
        <p:nvSpPr>
          <p:cNvPr id="1295" name="Google Shape;1295;p102"/>
          <p:cNvSpPr txBox="1"/>
          <p:nvPr>
            <p:ph type="title"/>
          </p:nvPr>
        </p:nvSpPr>
        <p:spPr>
          <a:xfrm>
            <a:off x="181670" y="720975"/>
            <a:ext cx="46305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b="1" lang="en" sz="1800"/>
              <a:t>Quality-Adjusted Price Trend</a:t>
            </a:r>
            <a:endParaRPr b="1" sz="1800"/>
          </a:p>
        </p:txBody>
      </p:sp>
      <p:sp>
        <p:nvSpPr>
          <p:cNvPr id="1296" name="Google Shape;1296;p102"/>
          <p:cNvSpPr txBox="1"/>
          <p:nvPr>
            <p:ph idx="2" type="subTitle"/>
          </p:nvPr>
        </p:nvSpPr>
        <p:spPr>
          <a:xfrm>
            <a:off x="83377" y="4081325"/>
            <a:ext cx="4728900" cy="60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Measure:  </a:t>
            </a:r>
            <a:r>
              <a:rPr lang="en"/>
              <a:t>Index, 2017 = 100, quality-adjusted vs. raw median</a:t>
            </a:r>
            <a:br>
              <a:rPr lang="en"/>
            </a:br>
            <a:endParaRPr/>
          </a:p>
          <a:p>
            <a:pPr indent="0" lvl="0" marL="0" rtl="0" algn="l">
              <a:lnSpc>
                <a:spcPct val="100000"/>
              </a:lnSpc>
              <a:spcBef>
                <a:spcPts val="0"/>
              </a:spcBef>
              <a:spcAft>
                <a:spcPts val="0"/>
              </a:spcAft>
              <a:buSzPts val="1000"/>
              <a:buNone/>
            </a:pPr>
            <a:r>
              <a:rPr b="1" lang="en"/>
              <a:t>Period:  </a:t>
            </a:r>
            <a:r>
              <a:rPr lang="en"/>
              <a:t>Jan 2017 – Sep 2026</a:t>
            </a:r>
            <a:endParaRPr/>
          </a:p>
        </p:txBody>
      </p:sp>
      <p:sp>
        <p:nvSpPr>
          <p:cNvPr id="1297" name="Google Shape;1297;p10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298" name="Google Shape;1298;p102"/>
          <p:cNvCxnSpPr/>
          <p:nvPr/>
        </p:nvCxnSpPr>
        <p:spPr>
          <a:xfrm>
            <a:off x="4835769"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1299" name="Google Shape;1299;p102"/>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Holding flat mix constant (via the model's year effects) gives a quality-adjusted index vs. slide 9's raw median.</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The two track closely but diverge in 2020–2021 — raw median rose faster.</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That gap is composition change (buyers shifting to larger/better flats), not pure appreciation.</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p:txBody>
      </p:sp>
      <p:sp>
        <p:nvSpPr>
          <p:cNvPr id="1300" name="Google Shape;1300;p102"/>
          <p:cNvSpPr txBox="1"/>
          <p:nvPr>
            <p:ph idx="2" type="subTitle"/>
          </p:nvPr>
        </p:nvSpPr>
        <p:spPr>
          <a:xfrm>
            <a:off x="5251100" y="4172816"/>
            <a:ext cx="3518100" cy="195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Upgrades slide 9 :</a:t>
            </a:r>
            <a:endParaRPr b="1"/>
          </a:p>
          <a:p>
            <a:pPr indent="-292100" lvl="0" marL="457200" rtl="0" algn="l">
              <a:lnSpc>
                <a:spcPct val="100000"/>
              </a:lnSpc>
              <a:spcBef>
                <a:spcPts val="0"/>
              </a:spcBef>
              <a:spcAft>
                <a:spcPts val="0"/>
              </a:spcAft>
              <a:buSzPts val="1000"/>
              <a:buChar char="-"/>
            </a:pPr>
            <a:r>
              <a:rPr lang="en"/>
              <a:t>A more careful answer to “how much did prices really rise.”</a:t>
            </a:r>
            <a:br>
              <a:rPr lang="en"/>
            </a:br>
            <a:endParaRPr/>
          </a:p>
        </p:txBody>
      </p:sp>
      <p:pic>
        <p:nvPicPr>
          <p:cNvPr id="1301" name="Google Shape;1301;p102" title="Chart"/>
          <p:cNvPicPr preferRelativeResize="0"/>
          <p:nvPr/>
        </p:nvPicPr>
        <p:blipFill rotWithShape="1">
          <a:blip r:embed="rId3">
            <a:alphaModFix/>
          </a:blip>
          <a:srcRect b="0" l="0" r="0" t="0"/>
          <a:stretch/>
        </p:blipFill>
        <p:spPr>
          <a:xfrm>
            <a:off x="181670" y="1450000"/>
            <a:ext cx="4530000" cy="200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103"/>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
              <a:t>Observations: </a:t>
            </a:r>
            <a:endParaRPr/>
          </a:p>
        </p:txBody>
      </p:sp>
      <p:sp>
        <p:nvSpPr>
          <p:cNvPr id="1307" name="Google Shape;1307;p103"/>
          <p:cNvSpPr txBox="1"/>
          <p:nvPr>
            <p:ph type="title"/>
          </p:nvPr>
        </p:nvSpPr>
        <p:spPr>
          <a:xfrm>
            <a:off x="181670" y="720975"/>
            <a:ext cx="4630500" cy="277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b="1" lang="en" sz="1800"/>
              <a:t>Storey Premium by Town</a:t>
            </a:r>
            <a:endParaRPr b="1" sz="1800"/>
          </a:p>
        </p:txBody>
      </p:sp>
      <p:sp>
        <p:nvSpPr>
          <p:cNvPr id="1308" name="Google Shape;1308;p103"/>
          <p:cNvSpPr txBox="1"/>
          <p:nvPr>
            <p:ph idx="2" type="subTitle"/>
          </p:nvPr>
        </p:nvSpPr>
        <p:spPr>
          <a:xfrm>
            <a:off x="83377" y="4081325"/>
            <a:ext cx="4728900" cy="602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Measure:  </a:t>
            </a:r>
            <a:r>
              <a:rPr lang="en"/>
              <a:t>SGD per sqm, per additional storey, by town</a:t>
            </a:r>
            <a:br>
              <a:rPr lang="en"/>
            </a:br>
            <a:endParaRPr/>
          </a:p>
          <a:p>
            <a:pPr indent="0" lvl="0" marL="0" rtl="0" algn="l">
              <a:lnSpc>
                <a:spcPct val="100000"/>
              </a:lnSpc>
              <a:spcBef>
                <a:spcPts val="0"/>
              </a:spcBef>
              <a:spcAft>
                <a:spcPts val="0"/>
              </a:spcAft>
              <a:buSzPts val="1000"/>
              <a:buNone/>
            </a:pPr>
            <a:r>
              <a:rPr b="1" lang="en"/>
              <a:t>Period:  </a:t>
            </a:r>
            <a:r>
              <a:rPr lang="en"/>
              <a:t>Jan 2017 – Sep 2026</a:t>
            </a:r>
            <a:endParaRPr/>
          </a:p>
        </p:txBody>
      </p:sp>
      <p:sp>
        <p:nvSpPr>
          <p:cNvPr id="1309" name="Google Shape;1309;p10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lt1"/>
              </a:buClr>
              <a:buSzPts val="800"/>
              <a:buFont typeface="IBM Plex Sans"/>
              <a:buNone/>
            </a:pPr>
            <a:fld id="{00000000-1234-1234-1234-123412341234}" type="slidenum">
              <a:rPr lang="en"/>
              <a:t>‹#›</a:t>
            </a:fld>
            <a:endParaRPr/>
          </a:p>
        </p:txBody>
      </p:sp>
      <p:cxnSp>
        <p:nvCxnSpPr>
          <p:cNvPr id="1310" name="Google Shape;1310;p103"/>
          <p:cNvCxnSpPr/>
          <p:nvPr/>
        </p:nvCxnSpPr>
        <p:spPr>
          <a:xfrm>
            <a:off x="4835769"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1311" name="Google Shape;1311;p103"/>
          <p:cNvSpPr txBox="1"/>
          <p:nvPr/>
        </p:nvSpPr>
        <p:spPr>
          <a:xfrm>
            <a:off x="5021750" y="1126095"/>
            <a:ext cx="3976800" cy="3124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Per-town storey→price regression via Postgres's built-in regr_slope / regr_r2 aggregates.</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Clementi, Geylang, Ang Mo Kio: ~150–161 SGD/sqm per storey.</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a:p>
            <a:pPr indent="-304800" lvl="0" marL="457200" marR="0" rtl="0" algn="l">
              <a:lnSpc>
                <a:spcPct val="100000"/>
              </a:lnSpc>
              <a:spcBef>
                <a:spcPts val="0"/>
              </a:spcBef>
              <a:spcAft>
                <a:spcPts val="0"/>
              </a:spcAft>
              <a:buClr>
                <a:schemeClr val="accent1"/>
              </a:buClr>
              <a:buSzPts val="1200"/>
              <a:buFont typeface="IBM Plex Sans"/>
              <a:buChar char="❖"/>
            </a:pPr>
            <a:r>
              <a:rPr b="0" i="0" lang="en" sz="1200" u="none" cap="none" strike="noStrike">
                <a:solidFill>
                  <a:schemeClr val="accent1"/>
                </a:solidFill>
                <a:latin typeface="IBM Plex Sans"/>
                <a:ea typeface="IBM Plex Sans"/>
                <a:cs typeface="IBM Plex Sans"/>
                <a:sym typeface="IBM Plex Sans"/>
              </a:rPr>
              <a:t>Sengkang, Sembawang: only ~15–32 SGD/sqm per storey — 5–10x lower.</a:t>
            </a:r>
            <a:br>
              <a:rPr b="0" i="0" lang="en" sz="1200" u="none" cap="none" strike="noStrike">
                <a:solidFill>
                  <a:schemeClr val="accent1"/>
                </a:solidFill>
                <a:latin typeface="IBM Plex Sans"/>
                <a:ea typeface="IBM Plex Sans"/>
                <a:cs typeface="IBM Plex Sans"/>
                <a:sym typeface="IBM Plex Sans"/>
              </a:rPr>
            </a:br>
            <a:endParaRPr b="0" i="0" sz="1200" u="none" cap="none" strike="noStrike">
              <a:solidFill>
                <a:schemeClr val="accent1"/>
              </a:solidFill>
              <a:latin typeface="IBM Plex Sans"/>
              <a:ea typeface="IBM Plex Sans"/>
              <a:cs typeface="IBM Plex Sans"/>
              <a:sym typeface="IBM Plex Sans"/>
            </a:endParaRPr>
          </a:p>
        </p:txBody>
      </p:sp>
      <p:sp>
        <p:nvSpPr>
          <p:cNvPr id="1312" name="Google Shape;1312;p103"/>
          <p:cNvSpPr txBox="1"/>
          <p:nvPr>
            <p:ph idx="2" type="subTitle"/>
          </p:nvPr>
        </p:nvSpPr>
        <p:spPr>
          <a:xfrm>
            <a:off x="5251100" y="4172816"/>
            <a:ext cx="3518100" cy="1954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b="1" lang="en"/>
              <a:t>Interpretation :</a:t>
            </a:r>
            <a:endParaRPr b="1"/>
          </a:p>
          <a:p>
            <a:pPr indent="-292100" lvl="0" marL="457200" rtl="0" algn="l">
              <a:lnSpc>
                <a:spcPct val="100000"/>
              </a:lnSpc>
              <a:spcBef>
                <a:spcPts val="0"/>
              </a:spcBef>
              <a:spcAft>
                <a:spcPts val="0"/>
              </a:spcAft>
              <a:buSzPts val="1000"/>
              <a:buChar char="-"/>
            </a:pPr>
            <a:r>
              <a:rPr lang="en"/>
              <a:t>Older, central towns show a steeper storey premium than newer estate towns — hidden by a single citywide chart.</a:t>
            </a:r>
            <a:br>
              <a:rPr lang="en"/>
            </a:br>
            <a:endParaRPr/>
          </a:p>
        </p:txBody>
      </p:sp>
      <p:pic>
        <p:nvPicPr>
          <p:cNvPr id="1313" name="Google Shape;1313;p103" title="Chart"/>
          <p:cNvPicPr preferRelativeResize="0"/>
          <p:nvPr/>
        </p:nvPicPr>
        <p:blipFill rotWithShape="1">
          <a:blip r:embed="rId3">
            <a:alphaModFix/>
          </a:blip>
          <a:srcRect b="0" l="0" r="0" t="0"/>
          <a:stretch/>
        </p:blipFill>
        <p:spPr>
          <a:xfrm>
            <a:off x="181670" y="1450000"/>
            <a:ext cx="4530000" cy="200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9070E"/>
        </a:solidFill>
      </p:bgPr>
    </p:bg>
    <p:spTree>
      <p:nvGrpSpPr>
        <p:cNvPr id="1317" name="Shape 1317"/>
        <p:cNvGrpSpPr/>
        <p:nvPr/>
      </p:nvGrpSpPr>
      <p:grpSpPr>
        <a:xfrm>
          <a:off x="0" y="0"/>
          <a:ext cx="0" cy="0"/>
          <a:chOff x="0" y="0"/>
          <a:chExt cx="0" cy="0"/>
        </a:xfrm>
      </p:grpSpPr>
      <p:sp>
        <p:nvSpPr>
          <p:cNvPr id="1318" name="Google Shape;1318;p104"/>
          <p:cNvSpPr txBox="1"/>
          <p:nvPr/>
        </p:nvSpPr>
        <p:spPr>
          <a:xfrm>
            <a:off x="228600" y="238125"/>
            <a:ext cx="4762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FFC490"/>
                </a:solidFill>
                <a:latin typeface="IBM Plex Sans"/>
                <a:ea typeface="IBM Plex Sans"/>
                <a:cs typeface="IBM Plex Sans"/>
                <a:sym typeface="IBM Plex Sans"/>
              </a:rPr>
              <a:t>Conclusion and Key Findings</a:t>
            </a:r>
            <a:endParaRPr b="1" sz="2000">
              <a:solidFill>
                <a:srgbClr val="FFC490"/>
              </a:solidFill>
              <a:latin typeface="IBM Plex Sans"/>
              <a:ea typeface="IBM Plex Sans"/>
              <a:cs typeface="IBM Plex Sans"/>
              <a:sym typeface="IBM Plex Sans"/>
            </a:endParaRPr>
          </a:p>
        </p:txBody>
      </p:sp>
      <p:cxnSp>
        <p:nvCxnSpPr>
          <p:cNvPr id="1319" name="Google Shape;1319;p104"/>
          <p:cNvCxnSpPr/>
          <p:nvPr/>
        </p:nvCxnSpPr>
        <p:spPr>
          <a:xfrm>
            <a:off x="2971800" y="714375"/>
            <a:ext cx="0" cy="4191000"/>
          </a:xfrm>
          <a:prstGeom prst="straightConnector1">
            <a:avLst/>
          </a:prstGeom>
          <a:solidFill>
            <a:srgbClr val="FFFFFF"/>
          </a:solidFill>
          <a:ln cap="flat" cmpd="sng" w="9525">
            <a:solidFill>
              <a:srgbClr val="FFC490"/>
            </a:solidFill>
            <a:prstDash val="solid"/>
            <a:round/>
            <a:headEnd len="sm" w="sm" type="none"/>
            <a:tailEnd len="sm" w="sm" type="none"/>
          </a:ln>
        </p:spPr>
      </p:cxnSp>
      <p:cxnSp>
        <p:nvCxnSpPr>
          <p:cNvPr id="1320" name="Google Shape;1320;p104"/>
          <p:cNvCxnSpPr/>
          <p:nvPr/>
        </p:nvCxnSpPr>
        <p:spPr>
          <a:xfrm>
            <a:off x="5943600" y="714375"/>
            <a:ext cx="0" cy="4191000"/>
          </a:xfrm>
          <a:prstGeom prst="straightConnector1">
            <a:avLst/>
          </a:prstGeom>
          <a:solidFill>
            <a:srgbClr val="FFFFFF"/>
          </a:solidFill>
          <a:ln cap="flat" cmpd="sng" w="9525">
            <a:solidFill>
              <a:srgbClr val="FFC490"/>
            </a:solidFill>
            <a:prstDash val="solid"/>
            <a:round/>
            <a:headEnd len="sm" w="sm" type="none"/>
            <a:tailEnd len="sm" w="sm" type="none"/>
          </a:ln>
        </p:spPr>
      </p:cxnSp>
      <p:grpSp>
        <p:nvGrpSpPr>
          <p:cNvPr id="1321" name="Google Shape;1321;p104"/>
          <p:cNvGrpSpPr/>
          <p:nvPr/>
        </p:nvGrpSpPr>
        <p:grpSpPr>
          <a:xfrm>
            <a:off x="228600" y="714375"/>
            <a:ext cx="2552700" cy="4095600"/>
            <a:chOff x="0" y="0"/>
            <a:chExt cx="2552700" cy="4095600"/>
          </a:xfrm>
        </p:grpSpPr>
        <p:sp>
          <p:nvSpPr>
            <p:cNvPr id="1322" name="Google Shape;1322;p104"/>
            <p:cNvSpPr txBox="1"/>
            <p:nvPr/>
          </p:nvSpPr>
          <p:spPr>
            <a:xfrm>
              <a:off x="0" y="0"/>
              <a:ext cx="25527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C490"/>
                  </a:solidFill>
                  <a:latin typeface="IBM Plex Sans"/>
                  <a:ea typeface="IBM Plex Sans"/>
                  <a:cs typeface="IBM Plex Sans"/>
                  <a:sym typeface="IBM Plex Sans"/>
                </a:rPr>
                <a:t>Overall Market Trend</a:t>
              </a:r>
              <a:endParaRPr b="1" sz="1100">
                <a:solidFill>
                  <a:srgbClr val="FFC490"/>
                </a:solidFill>
                <a:latin typeface="IBM Plex Sans"/>
                <a:ea typeface="IBM Plex Sans"/>
                <a:cs typeface="IBM Plex Sans"/>
                <a:sym typeface="IBM Plex Sans"/>
              </a:endParaRPr>
            </a:p>
          </p:txBody>
        </p:sp>
        <p:sp>
          <p:nvSpPr>
            <p:cNvPr id="1323" name="Google Shape;1323;p104"/>
            <p:cNvSpPr txBox="1"/>
            <p:nvPr/>
          </p:nvSpPr>
          <p:spPr>
            <a:xfrm>
              <a:off x="0" y="285750"/>
              <a:ext cx="2552700" cy="1905000"/>
            </a:xfrm>
            <a:prstGeom prst="rect">
              <a:avLst/>
            </a:prstGeom>
            <a:noFill/>
            <a:ln>
              <a:noFill/>
            </a:ln>
          </p:spPr>
          <p:txBody>
            <a:bodyPr anchorCtr="0" anchor="t" bIns="0" lIns="0" spcFirstLastPara="1" rIns="0" wrap="square" tIns="0">
              <a:noAutofit/>
            </a:bodyPr>
            <a:lstStyle/>
            <a:p>
              <a:pPr indent="-288925" lvl="0" marL="457200" rtl="0" algn="l">
                <a:spcBef>
                  <a:spcPts val="0"/>
                </a:spcBef>
                <a:spcAft>
                  <a:spcPts val="0"/>
                </a:spcAft>
                <a:buClr>
                  <a:srgbClr val="F1F5F8"/>
                </a:buClr>
                <a:buSzPts val="950"/>
                <a:buFont typeface="IBM Plex Sans"/>
                <a:buChar char="●"/>
              </a:pPr>
              <a:r>
                <a:rPr b="0" lang="en" sz="950">
                  <a:solidFill>
                    <a:srgbClr val="F1F5F8"/>
                  </a:solidFill>
                  <a:latin typeface="IBM Plex Sans"/>
                  <a:ea typeface="IBM Plex Sans"/>
                  <a:cs typeface="IBM Plex Sans"/>
                  <a:sym typeface="IBM Plex Sans"/>
                </a:rPr>
                <a:t>Median HDB resale prices declined slightly between 2017 and 2019.</a:t>
              </a:r>
              <a:endParaRPr b="0" sz="950">
                <a:solidFill>
                  <a:srgbClr val="F1F5F8"/>
                </a:solidFill>
                <a:latin typeface="IBM Plex Sans"/>
                <a:ea typeface="IBM Plex Sans"/>
                <a:cs typeface="IBM Plex Sans"/>
                <a:sym typeface="IBM Plex Sans"/>
              </a:endParaRPr>
            </a:p>
            <a:p>
              <a:pPr indent="-288925" lvl="0" marL="457200" rtl="0" algn="l">
                <a:spcBef>
                  <a:spcPts val="300"/>
                </a:spcBef>
                <a:spcAft>
                  <a:spcPts val="0"/>
                </a:spcAft>
                <a:buClr>
                  <a:srgbClr val="F1F5F8"/>
                </a:buClr>
                <a:buSzPts val="950"/>
                <a:buFont typeface="IBM Plex Sans"/>
                <a:buChar char="●"/>
              </a:pPr>
              <a:r>
                <a:rPr b="0" lang="en" sz="950">
                  <a:solidFill>
                    <a:srgbClr val="F1F5F8"/>
                  </a:solidFill>
                  <a:latin typeface="IBM Plex Sans"/>
                  <a:ea typeface="IBM Plex Sans"/>
                  <a:cs typeface="IBM Plex Sans"/>
                  <a:sym typeface="IBM Plex Sans"/>
                </a:rPr>
                <a:t>Prices increased consistently from 2020 onward.</a:t>
              </a:r>
              <a:endParaRPr b="0" sz="950">
                <a:solidFill>
                  <a:srgbClr val="F1F5F8"/>
                </a:solidFill>
                <a:latin typeface="IBM Plex Sans"/>
                <a:ea typeface="IBM Plex Sans"/>
                <a:cs typeface="IBM Plex Sans"/>
                <a:sym typeface="IBM Plex Sans"/>
              </a:endParaRPr>
            </a:p>
            <a:p>
              <a:pPr indent="-288925" lvl="0" marL="457200" rtl="0" algn="l">
                <a:spcBef>
                  <a:spcPts val="300"/>
                </a:spcBef>
                <a:spcAft>
                  <a:spcPts val="300"/>
                </a:spcAft>
                <a:buClr>
                  <a:srgbClr val="F1F5F8"/>
                </a:buClr>
                <a:buSzPts val="950"/>
                <a:buFont typeface="IBM Plex Sans"/>
                <a:buChar char="●"/>
              </a:pPr>
              <a:r>
                <a:rPr b="0" lang="en" sz="950">
                  <a:solidFill>
                    <a:srgbClr val="F1F5F8"/>
                  </a:solidFill>
                  <a:latin typeface="IBM Plex Sans"/>
                  <a:ea typeface="IBM Plex Sans"/>
                  <a:cs typeface="IBM Plex Sans"/>
                  <a:sym typeface="IBM Plex Sans"/>
                </a:rPr>
                <a:t>The 2026 result is based on transactions only up to September and represents a partial year.</a:t>
              </a:r>
              <a:endParaRPr b="0" sz="950">
                <a:solidFill>
                  <a:srgbClr val="F1F5F8"/>
                </a:solidFill>
                <a:latin typeface="IBM Plex Sans"/>
                <a:ea typeface="IBM Plex Sans"/>
                <a:cs typeface="IBM Plex Sans"/>
                <a:sym typeface="IBM Plex Sans"/>
              </a:endParaRPr>
            </a:p>
          </p:txBody>
        </p:sp>
        <p:grpSp>
          <p:nvGrpSpPr>
            <p:cNvPr id="1324" name="Google Shape;1324;p104"/>
            <p:cNvGrpSpPr/>
            <p:nvPr/>
          </p:nvGrpSpPr>
          <p:grpSpPr>
            <a:xfrm>
              <a:off x="0" y="2095500"/>
              <a:ext cx="2552700" cy="2000100"/>
              <a:chOff x="0" y="0"/>
              <a:chExt cx="2552700" cy="2000100"/>
            </a:xfrm>
          </p:grpSpPr>
          <p:sp>
            <p:nvSpPr>
              <p:cNvPr id="1325" name="Google Shape;1325;p104"/>
              <p:cNvSpPr/>
              <p:nvPr/>
            </p:nvSpPr>
            <p:spPr>
              <a:xfrm>
                <a:off x="0" y="0"/>
                <a:ext cx="2552700" cy="2000100"/>
              </a:xfrm>
              <a:prstGeom prst="roundRect">
                <a:avLst>
                  <a:gd fmla="val 1904" name="adj"/>
                </a:avLst>
              </a:prstGeom>
              <a:solidFill>
                <a:srgbClr val="3D050B"/>
              </a:solidFill>
              <a:ln cap="flat" cmpd="sng" w="4775">
                <a:solidFill>
                  <a:srgbClr val="FFC4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6" name="Google Shape;1326;p104"/>
              <p:cNvSpPr/>
              <p:nvPr/>
            </p:nvSpPr>
            <p:spPr>
              <a:xfrm>
                <a:off x="190500" y="381000"/>
                <a:ext cx="2171700" cy="1238400"/>
              </a:xfrm>
              <a:custGeom>
                <a:rect b="b" l="l" r="r" t="t"/>
                <a:pathLst>
                  <a:path extrusionOk="0" h="120000" w="120000">
                    <a:moveTo>
                      <a:pt x="0" y="110769"/>
                    </a:moveTo>
                    <a:lnTo>
                      <a:pt x="21053" y="120000"/>
                    </a:lnTo>
                    <a:lnTo>
                      <a:pt x="42105" y="115385"/>
                    </a:lnTo>
                    <a:lnTo>
                      <a:pt x="63158" y="73846"/>
                    </a:lnTo>
                    <a:lnTo>
                      <a:pt x="84211" y="41538"/>
                    </a:lnTo>
                    <a:lnTo>
                      <a:pt x="105263" y="9231"/>
                    </a:lnTo>
                    <a:lnTo>
                      <a:pt x="120000" y="0"/>
                    </a:lnTo>
                  </a:path>
                </a:pathLst>
              </a:custGeom>
              <a:solidFill>
                <a:srgbClr val="000000">
                  <a:alpha val="0"/>
                </a:srgbClr>
              </a:solidFill>
              <a:ln cap="flat" cmpd="sng" w="23825">
                <a:solidFill>
                  <a:srgbClr val="FFC4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7" name="Google Shape;1327;p104"/>
              <p:cNvSpPr/>
              <p:nvPr/>
            </p:nvSpPr>
            <p:spPr>
              <a:xfrm>
                <a:off x="190500" y="381000"/>
                <a:ext cx="2171700" cy="1333500"/>
              </a:xfrm>
              <a:custGeom>
                <a:rect b="b" l="l" r="r" t="t"/>
                <a:pathLst>
                  <a:path extrusionOk="0" h="120000" w="120000">
                    <a:moveTo>
                      <a:pt x="0" y="102857"/>
                    </a:moveTo>
                    <a:lnTo>
                      <a:pt x="21053" y="111429"/>
                    </a:lnTo>
                    <a:lnTo>
                      <a:pt x="42105" y="107143"/>
                    </a:lnTo>
                    <a:lnTo>
                      <a:pt x="63158" y="68571"/>
                    </a:lnTo>
                    <a:lnTo>
                      <a:pt x="84211" y="38571"/>
                    </a:lnTo>
                    <a:lnTo>
                      <a:pt x="105263" y="8571"/>
                    </a:lnTo>
                    <a:lnTo>
                      <a:pt x="120000" y="0"/>
                    </a:lnTo>
                    <a:lnTo>
                      <a:pt x="120000" y="120000"/>
                    </a:lnTo>
                    <a:lnTo>
                      <a:pt x="0" y="120000"/>
                    </a:lnTo>
                    <a:close/>
                  </a:path>
                </a:pathLst>
              </a:custGeom>
              <a:solidFill>
                <a:srgbClr val="FFC490">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328" name="Google Shape;1328;p104"/>
              <p:cNvPicPr preferRelativeResize="0"/>
              <p:nvPr/>
            </p:nvPicPr>
            <p:blipFill rotWithShape="1">
              <a:blip r:embed="rId3">
                <a:alphaModFix/>
              </a:blip>
              <a:srcRect b="0" l="0" r="0" t="0"/>
              <a:stretch/>
            </p:blipFill>
            <p:spPr>
              <a:xfrm>
                <a:off x="190500" y="1709738"/>
                <a:ext cx="2171700" cy="9600"/>
              </a:xfrm>
              <a:prstGeom prst="rect">
                <a:avLst/>
              </a:prstGeom>
              <a:noFill/>
              <a:ln>
                <a:noFill/>
              </a:ln>
            </p:spPr>
          </p:pic>
          <p:sp>
            <p:nvSpPr>
              <p:cNvPr id="1329" name="Google Shape;1329;p104"/>
              <p:cNvSpPr/>
              <p:nvPr/>
            </p:nvSpPr>
            <p:spPr>
              <a:xfrm>
                <a:off x="161925" y="1495425"/>
                <a:ext cx="57300" cy="57300"/>
              </a:xfrm>
              <a:prstGeom prst="ellipse">
                <a:avLst/>
              </a:prstGeom>
              <a:solidFill>
                <a:srgbClr val="FFC4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0" name="Google Shape;1330;p104"/>
              <p:cNvSpPr/>
              <p:nvPr/>
            </p:nvSpPr>
            <p:spPr>
              <a:xfrm>
                <a:off x="542925" y="1590675"/>
                <a:ext cx="57300" cy="57300"/>
              </a:xfrm>
              <a:prstGeom prst="ellipse">
                <a:avLst/>
              </a:prstGeom>
              <a:solidFill>
                <a:srgbClr val="FFC4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1" name="Google Shape;1331;p104"/>
              <p:cNvSpPr/>
              <p:nvPr/>
            </p:nvSpPr>
            <p:spPr>
              <a:xfrm>
                <a:off x="923925" y="1543050"/>
                <a:ext cx="57300" cy="57300"/>
              </a:xfrm>
              <a:prstGeom prst="ellipse">
                <a:avLst/>
              </a:prstGeom>
              <a:solidFill>
                <a:srgbClr val="FFC4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2" name="Google Shape;1332;p104"/>
              <p:cNvSpPr/>
              <p:nvPr/>
            </p:nvSpPr>
            <p:spPr>
              <a:xfrm>
                <a:off x="1304925" y="1114425"/>
                <a:ext cx="57300" cy="57300"/>
              </a:xfrm>
              <a:prstGeom prst="ellipse">
                <a:avLst/>
              </a:prstGeom>
              <a:solidFill>
                <a:srgbClr val="FFC4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3" name="Google Shape;1333;p104"/>
              <p:cNvSpPr/>
              <p:nvPr/>
            </p:nvSpPr>
            <p:spPr>
              <a:xfrm>
                <a:off x="1685925" y="781050"/>
                <a:ext cx="57300" cy="57300"/>
              </a:xfrm>
              <a:prstGeom prst="ellipse">
                <a:avLst/>
              </a:prstGeom>
              <a:solidFill>
                <a:srgbClr val="FFC4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4" name="Google Shape;1334;p104"/>
              <p:cNvSpPr/>
              <p:nvPr/>
            </p:nvSpPr>
            <p:spPr>
              <a:xfrm>
                <a:off x="2066925" y="447675"/>
                <a:ext cx="57300" cy="57300"/>
              </a:xfrm>
              <a:prstGeom prst="ellipse">
                <a:avLst/>
              </a:prstGeom>
              <a:solidFill>
                <a:srgbClr val="FFC4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5" name="Google Shape;1335;p104"/>
              <p:cNvSpPr/>
              <p:nvPr/>
            </p:nvSpPr>
            <p:spPr>
              <a:xfrm>
                <a:off x="2333625" y="352425"/>
                <a:ext cx="57300" cy="57300"/>
              </a:xfrm>
              <a:prstGeom prst="ellipse">
                <a:avLst/>
              </a:prstGeom>
              <a:solidFill>
                <a:srgbClr val="FFC490"/>
              </a:solidFill>
              <a:ln cap="flat" cmpd="sng" w="9525">
                <a:solidFill>
                  <a:srgbClr val="3D05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6" name="Google Shape;1336;p104"/>
              <p:cNvSpPr txBox="1"/>
              <p:nvPr/>
            </p:nvSpPr>
            <p:spPr>
              <a:xfrm>
                <a:off x="142875" y="1762125"/>
                <a:ext cx="3810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786">
                    <a:solidFill>
                      <a:srgbClr val="F1F5F8"/>
                    </a:solidFill>
                    <a:latin typeface="IBM Plex Sans"/>
                    <a:ea typeface="IBM Plex Sans"/>
                    <a:cs typeface="IBM Plex Sans"/>
                    <a:sym typeface="IBM Plex Sans"/>
                  </a:rPr>
                  <a:t>2017</a:t>
                </a:r>
                <a:endParaRPr b="0" i="1" sz="786">
                  <a:solidFill>
                    <a:srgbClr val="F1F5F8"/>
                  </a:solidFill>
                  <a:latin typeface="IBM Plex Sans"/>
                  <a:ea typeface="IBM Plex Sans"/>
                  <a:cs typeface="IBM Plex Sans"/>
                  <a:sym typeface="IBM Plex Sans"/>
                </a:endParaRPr>
              </a:p>
            </p:txBody>
          </p:sp>
          <p:sp>
            <p:nvSpPr>
              <p:cNvPr id="1337" name="Google Shape;1337;p104"/>
              <p:cNvSpPr txBox="1"/>
              <p:nvPr/>
            </p:nvSpPr>
            <p:spPr>
              <a:xfrm>
                <a:off x="857250" y="1762125"/>
                <a:ext cx="3810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786">
                    <a:solidFill>
                      <a:srgbClr val="F1F5F8"/>
                    </a:solidFill>
                    <a:latin typeface="IBM Plex Sans"/>
                    <a:ea typeface="IBM Plex Sans"/>
                    <a:cs typeface="IBM Plex Sans"/>
                    <a:sym typeface="IBM Plex Sans"/>
                  </a:rPr>
                  <a:t>2019</a:t>
                </a:r>
                <a:endParaRPr b="0" i="1" sz="786">
                  <a:solidFill>
                    <a:srgbClr val="F1F5F8"/>
                  </a:solidFill>
                  <a:latin typeface="IBM Plex Sans"/>
                  <a:ea typeface="IBM Plex Sans"/>
                  <a:cs typeface="IBM Plex Sans"/>
                  <a:sym typeface="IBM Plex Sans"/>
                </a:endParaRPr>
              </a:p>
            </p:txBody>
          </p:sp>
          <p:sp>
            <p:nvSpPr>
              <p:cNvPr id="1338" name="Google Shape;1338;p104"/>
              <p:cNvSpPr txBox="1"/>
              <p:nvPr/>
            </p:nvSpPr>
            <p:spPr>
              <a:xfrm>
                <a:off x="1619250" y="1762125"/>
                <a:ext cx="3810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786">
                    <a:solidFill>
                      <a:srgbClr val="F1F5F8"/>
                    </a:solidFill>
                    <a:latin typeface="IBM Plex Sans"/>
                    <a:ea typeface="IBM Plex Sans"/>
                    <a:cs typeface="IBM Plex Sans"/>
                    <a:sym typeface="IBM Plex Sans"/>
                  </a:rPr>
                  <a:t>2022</a:t>
                </a:r>
                <a:endParaRPr b="0" i="1" sz="786">
                  <a:solidFill>
                    <a:srgbClr val="F1F5F8"/>
                  </a:solidFill>
                  <a:latin typeface="IBM Plex Sans"/>
                  <a:ea typeface="IBM Plex Sans"/>
                  <a:cs typeface="IBM Plex Sans"/>
                  <a:sym typeface="IBM Plex Sans"/>
                </a:endParaRPr>
              </a:p>
            </p:txBody>
          </p:sp>
          <p:sp>
            <p:nvSpPr>
              <p:cNvPr id="1339" name="Google Shape;1339;p104"/>
              <p:cNvSpPr txBox="1"/>
              <p:nvPr/>
            </p:nvSpPr>
            <p:spPr>
              <a:xfrm>
                <a:off x="2143125" y="1762125"/>
                <a:ext cx="3810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786">
                    <a:solidFill>
                      <a:srgbClr val="F1F5F8"/>
                    </a:solidFill>
                    <a:latin typeface="IBM Plex Sans"/>
                    <a:ea typeface="IBM Plex Sans"/>
                    <a:cs typeface="IBM Plex Sans"/>
                    <a:sym typeface="IBM Plex Sans"/>
                  </a:rPr>
                  <a:t>2026*</a:t>
                </a:r>
                <a:endParaRPr b="0" i="1" sz="786">
                  <a:solidFill>
                    <a:srgbClr val="F1F5F8"/>
                  </a:solidFill>
                  <a:latin typeface="IBM Plex Sans"/>
                  <a:ea typeface="IBM Plex Sans"/>
                  <a:cs typeface="IBM Plex Sans"/>
                  <a:sym typeface="IBM Plex Sans"/>
                </a:endParaRPr>
              </a:p>
            </p:txBody>
          </p:sp>
          <p:sp>
            <p:nvSpPr>
              <p:cNvPr id="1340" name="Google Shape;1340;p104"/>
              <p:cNvSpPr txBox="1"/>
              <p:nvPr/>
            </p:nvSpPr>
            <p:spPr>
              <a:xfrm>
                <a:off x="142875" y="142875"/>
                <a:ext cx="22671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FFC490"/>
                    </a:solidFill>
                    <a:latin typeface="IBM Plex Sans"/>
                    <a:ea typeface="IBM Plex Sans"/>
                    <a:cs typeface="IBM Plex Sans"/>
                    <a:sym typeface="IBM Plex Sans"/>
                  </a:rPr>
                  <a:t>HDB Resale Price Trajectory</a:t>
                </a:r>
                <a:endParaRPr b="1" sz="1200">
                  <a:solidFill>
                    <a:srgbClr val="FFC490"/>
                  </a:solidFill>
                  <a:latin typeface="IBM Plex Sans"/>
                  <a:ea typeface="IBM Plex Sans"/>
                  <a:cs typeface="IBM Plex Sans"/>
                  <a:sym typeface="IBM Plex Sans"/>
                </a:endParaRPr>
              </a:p>
            </p:txBody>
          </p:sp>
        </p:grpSp>
      </p:grpSp>
      <p:grpSp>
        <p:nvGrpSpPr>
          <p:cNvPr id="1341" name="Google Shape;1341;p104"/>
          <p:cNvGrpSpPr/>
          <p:nvPr/>
        </p:nvGrpSpPr>
        <p:grpSpPr>
          <a:xfrm>
            <a:off x="3200400" y="714375"/>
            <a:ext cx="2552700" cy="4095750"/>
            <a:chOff x="0" y="0"/>
            <a:chExt cx="2552700" cy="4095750"/>
          </a:xfrm>
        </p:grpSpPr>
        <p:sp>
          <p:nvSpPr>
            <p:cNvPr id="1342" name="Google Shape;1342;p104"/>
            <p:cNvSpPr txBox="1"/>
            <p:nvPr/>
          </p:nvSpPr>
          <p:spPr>
            <a:xfrm>
              <a:off x="0" y="0"/>
              <a:ext cx="25527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C490"/>
                  </a:solidFill>
                  <a:latin typeface="IBM Plex Sans"/>
                  <a:ea typeface="IBM Plex Sans"/>
                  <a:cs typeface="IBM Plex Sans"/>
                  <a:sym typeface="IBM Plex Sans"/>
                </a:rPr>
                <a:t>Factors Associated with Prices</a:t>
              </a:r>
              <a:endParaRPr b="1" sz="1100">
                <a:solidFill>
                  <a:srgbClr val="FFC490"/>
                </a:solidFill>
                <a:latin typeface="IBM Plex Sans"/>
                <a:ea typeface="IBM Plex Sans"/>
                <a:cs typeface="IBM Plex Sans"/>
                <a:sym typeface="IBM Plex Sans"/>
              </a:endParaRPr>
            </a:p>
          </p:txBody>
        </p:sp>
        <p:sp>
          <p:nvSpPr>
            <p:cNvPr id="1343" name="Google Shape;1343;p104"/>
            <p:cNvSpPr txBox="1"/>
            <p:nvPr/>
          </p:nvSpPr>
          <p:spPr>
            <a:xfrm>
              <a:off x="0" y="285750"/>
              <a:ext cx="2552700" cy="3810000"/>
            </a:xfrm>
            <a:prstGeom prst="rect">
              <a:avLst/>
            </a:prstGeom>
            <a:solidFill>
              <a:srgbClr val="000000">
                <a:alpha val="0"/>
              </a:srgbClr>
            </a:solidFill>
            <a:ln>
              <a:noFill/>
            </a:ln>
          </p:spPr>
          <p:txBody>
            <a:bodyPr anchorCtr="0" anchor="t" bIns="0" lIns="0" spcFirstLastPara="1" rIns="0" wrap="square" tIns="0">
              <a:noAutofit/>
            </a:bodyPr>
            <a:lstStyle/>
            <a:p>
              <a:pPr indent="-288925" lvl="0" marL="457200" rtl="0" algn="l">
                <a:spcBef>
                  <a:spcPts val="0"/>
                </a:spcBef>
                <a:spcAft>
                  <a:spcPts val="0"/>
                </a:spcAft>
                <a:buClr>
                  <a:srgbClr val="FFC490"/>
                </a:buClr>
                <a:buSzPts val="950"/>
                <a:buFont typeface="IBM Plex Sans"/>
                <a:buChar char="●"/>
              </a:pPr>
              <a:r>
                <a:rPr b="1" i="0" lang="en" sz="950">
                  <a:solidFill>
                    <a:srgbClr val="FFC490"/>
                  </a:solidFill>
                  <a:latin typeface="IBM Plex Sans"/>
                  <a:ea typeface="IBM Plex Sans"/>
                  <a:cs typeface="IBM Plex Sans"/>
                  <a:sym typeface="IBM Plex Sans"/>
                </a:rPr>
                <a:t>Location:</a:t>
              </a:r>
              <a:r>
                <a:rPr b="0" i="0" lang="en" sz="950">
                  <a:solidFill>
                    <a:srgbClr val="F1F5F8"/>
                  </a:solidFill>
                  <a:latin typeface="IBM Plex Sans"/>
                  <a:ea typeface="IBM Plex Sans"/>
                  <a:cs typeface="IBM Plex Sans"/>
                  <a:sym typeface="IBM Plex Sans"/>
                </a:rPr>
                <a:t> Central Area, Queenstown and Bukit Merah recorded high average prices per sqm.</a:t>
              </a:r>
              <a:endParaRPr b="1" i="0" sz="950">
                <a:solidFill>
                  <a:srgbClr val="FFC490"/>
                </a:solidFill>
                <a:latin typeface="IBM Plex Sans"/>
                <a:ea typeface="IBM Plex Sans"/>
                <a:cs typeface="IBM Plex Sans"/>
                <a:sym typeface="IBM Plex Sans"/>
              </a:endParaRPr>
            </a:p>
            <a:p>
              <a:pPr indent="-288925" lvl="0" marL="457200" rtl="0" algn="l">
                <a:spcBef>
                  <a:spcPts val="300"/>
                </a:spcBef>
                <a:spcAft>
                  <a:spcPts val="0"/>
                </a:spcAft>
                <a:buClr>
                  <a:srgbClr val="FFC490"/>
                </a:buClr>
                <a:buSzPts val="950"/>
                <a:buFont typeface="IBM Plex Sans"/>
                <a:buChar char="●"/>
              </a:pPr>
              <a:r>
                <a:rPr b="1" i="0" lang="en" sz="950">
                  <a:solidFill>
                    <a:srgbClr val="FFC490"/>
                  </a:solidFill>
                  <a:latin typeface="IBM Plex Sans"/>
                  <a:ea typeface="IBM Plex Sans"/>
                  <a:cs typeface="IBM Plex Sans"/>
                  <a:sym typeface="IBM Plex Sans"/>
                </a:rPr>
                <a:t>Flat Size:</a:t>
              </a:r>
              <a:r>
                <a:rPr b="0" i="0" lang="en" sz="950">
                  <a:solidFill>
                    <a:srgbClr val="F1F5F8"/>
                  </a:solidFill>
                  <a:latin typeface="IBM Plex Sans"/>
                  <a:ea typeface="IBM Plex Sans"/>
                  <a:cs typeface="IBM Plex Sans"/>
                  <a:sym typeface="IBM Plex Sans"/>
                </a:rPr>
                <a:t> Larger flat types have higher total prices due to floor area.</a:t>
              </a:r>
              <a:endParaRPr b="1" i="0" sz="950">
                <a:solidFill>
                  <a:srgbClr val="FFC490"/>
                </a:solidFill>
                <a:latin typeface="IBM Plex Sans"/>
                <a:ea typeface="IBM Plex Sans"/>
                <a:cs typeface="IBM Plex Sans"/>
                <a:sym typeface="IBM Plex Sans"/>
              </a:endParaRPr>
            </a:p>
            <a:p>
              <a:pPr indent="-288925" lvl="0" marL="457200" rtl="0" algn="l">
                <a:spcBef>
                  <a:spcPts val="300"/>
                </a:spcBef>
                <a:spcAft>
                  <a:spcPts val="0"/>
                </a:spcAft>
                <a:buClr>
                  <a:srgbClr val="FFC490"/>
                </a:buClr>
                <a:buSzPts val="950"/>
                <a:buFont typeface="IBM Plex Sans"/>
                <a:buChar char="●"/>
              </a:pPr>
              <a:r>
                <a:rPr b="1" i="0" lang="en" sz="950">
                  <a:solidFill>
                    <a:srgbClr val="FFC490"/>
                  </a:solidFill>
                  <a:latin typeface="IBM Plex Sans"/>
                  <a:ea typeface="IBM Plex Sans"/>
                  <a:cs typeface="IBM Plex Sans"/>
                  <a:sym typeface="IBM Plex Sans"/>
                </a:rPr>
                <a:t>Storey:</a:t>
              </a:r>
              <a:r>
                <a:rPr b="0" i="0" lang="en" sz="950">
                  <a:solidFill>
                    <a:srgbClr val="F1F5F8"/>
                  </a:solidFill>
                  <a:latin typeface="IBM Plex Sans"/>
                  <a:ea typeface="IBM Plex Sans"/>
                  <a:cs typeface="IBM Plex Sans"/>
                  <a:sym typeface="IBM Plex Sans"/>
                </a:rPr>
                <a:t> Higher-storey flats generally achieve higher resale prices.</a:t>
              </a:r>
              <a:endParaRPr b="1" i="0" sz="950">
                <a:solidFill>
                  <a:srgbClr val="FFC490"/>
                </a:solidFill>
                <a:latin typeface="IBM Plex Sans"/>
                <a:ea typeface="IBM Plex Sans"/>
                <a:cs typeface="IBM Plex Sans"/>
                <a:sym typeface="IBM Plex Sans"/>
              </a:endParaRPr>
            </a:p>
            <a:p>
              <a:pPr indent="-288925" lvl="0" marL="457200" rtl="0" algn="l">
                <a:spcBef>
                  <a:spcPts val="300"/>
                </a:spcBef>
                <a:spcAft>
                  <a:spcPts val="0"/>
                </a:spcAft>
                <a:buClr>
                  <a:srgbClr val="FFC490"/>
                </a:buClr>
                <a:buSzPts val="950"/>
                <a:buFont typeface="IBM Plex Sans"/>
                <a:buChar char="●"/>
              </a:pPr>
              <a:r>
                <a:rPr b="1" i="0" lang="en" sz="950">
                  <a:solidFill>
                    <a:srgbClr val="FFC490"/>
                  </a:solidFill>
                  <a:latin typeface="IBM Plex Sans"/>
                  <a:ea typeface="IBM Plex Sans"/>
                  <a:cs typeface="IBM Plex Sans"/>
                  <a:sym typeface="IBM Plex Sans"/>
                </a:rPr>
                <a:t>Remaining Lease:</a:t>
              </a:r>
              <a:r>
                <a:rPr b="0" i="0" lang="en" sz="950">
                  <a:solidFill>
                    <a:srgbClr val="F1F5F8"/>
                  </a:solidFill>
                  <a:latin typeface="IBM Plex Sans"/>
                  <a:ea typeface="IBM Plex Sans"/>
                  <a:cs typeface="IBM Plex Sans"/>
                  <a:sym typeface="IBM Plex Sans"/>
                </a:rPr>
                <a:t> Flats with more than 80 years remaining generally recorded higher prices per sqm.</a:t>
              </a:r>
              <a:endParaRPr b="1" i="0" sz="950">
                <a:solidFill>
                  <a:srgbClr val="FFC490"/>
                </a:solidFill>
                <a:latin typeface="IBM Plex Sans"/>
                <a:ea typeface="IBM Plex Sans"/>
                <a:cs typeface="IBM Plex Sans"/>
                <a:sym typeface="IBM Plex Sans"/>
              </a:endParaRPr>
            </a:p>
            <a:p>
              <a:pPr indent="-288925" lvl="0" marL="457200" rtl="0" algn="l">
                <a:spcBef>
                  <a:spcPts val="300"/>
                </a:spcBef>
                <a:spcAft>
                  <a:spcPts val="300"/>
                </a:spcAft>
                <a:buClr>
                  <a:srgbClr val="FFC490"/>
                </a:buClr>
                <a:buSzPts val="950"/>
                <a:buFont typeface="IBM Plex Sans"/>
                <a:buChar char="●"/>
              </a:pPr>
              <a:r>
                <a:rPr b="1" i="0" lang="en" sz="950">
                  <a:solidFill>
                    <a:srgbClr val="FFC490"/>
                  </a:solidFill>
                  <a:latin typeface="IBM Plex Sans"/>
                  <a:ea typeface="IBM Plex Sans"/>
                  <a:cs typeface="IBM Plex Sans"/>
                  <a:sym typeface="IBM Plex Sans"/>
                </a:rPr>
                <a:t>Building Age:</a:t>
              </a:r>
              <a:r>
                <a:rPr b="0" i="0" lang="en" sz="950">
                  <a:solidFill>
                    <a:srgbClr val="F1F5F8"/>
                  </a:solidFill>
                  <a:latin typeface="IBM Plex Sans"/>
                  <a:ea typeface="IBM Plex Sans"/>
                  <a:cs typeface="IBM Plex Sans"/>
                  <a:sym typeface="IBM Plex Sans"/>
                </a:rPr>
                <a:t> The relationship is influenced by location and transaction year.</a:t>
              </a:r>
              <a:endParaRPr b="1" i="0" sz="950">
                <a:solidFill>
                  <a:srgbClr val="FFC490"/>
                </a:solidFill>
                <a:latin typeface="IBM Plex Sans"/>
                <a:ea typeface="IBM Plex Sans"/>
                <a:cs typeface="IBM Plex Sans"/>
                <a:sym typeface="IBM Plex Sans"/>
              </a:endParaRPr>
            </a:p>
          </p:txBody>
        </p:sp>
      </p:grpSp>
      <p:grpSp>
        <p:nvGrpSpPr>
          <p:cNvPr id="1344" name="Google Shape;1344;p104"/>
          <p:cNvGrpSpPr/>
          <p:nvPr/>
        </p:nvGrpSpPr>
        <p:grpSpPr>
          <a:xfrm>
            <a:off x="6172200" y="714375"/>
            <a:ext cx="2743350" cy="4000575"/>
            <a:chOff x="0" y="0"/>
            <a:chExt cx="2743350" cy="4000575"/>
          </a:xfrm>
        </p:grpSpPr>
        <p:sp>
          <p:nvSpPr>
            <p:cNvPr id="1345" name="Google Shape;1345;p104"/>
            <p:cNvSpPr txBox="1"/>
            <p:nvPr/>
          </p:nvSpPr>
          <p:spPr>
            <a:xfrm>
              <a:off x="0" y="0"/>
              <a:ext cx="27432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FC490"/>
                  </a:solidFill>
                  <a:latin typeface="IBM Plex Sans"/>
                  <a:ea typeface="IBM Plex Sans"/>
                  <a:cs typeface="IBM Plex Sans"/>
                  <a:sym typeface="IBM Plex Sans"/>
                </a:rPr>
                <a:t>Controlled Regression Findings</a:t>
              </a:r>
              <a:endParaRPr b="1" sz="1100">
                <a:solidFill>
                  <a:srgbClr val="FFC490"/>
                </a:solidFill>
                <a:latin typeface="IBM Plex Sans"/>
                <a:ea typeface="IBM Plex Sans"/>
                <a:cs typeface="IBM Plex Sans"/>
                <a:sym typeface="IBM Plex Sans"/>
              </a:endParaRPr>
            </a:p>
          </p:txBody>
        </p:sp>
        <p:grpSp>
          <p:nvGrpSpPr>
            <p:cNvPr id="1346" name="Google Shape;1346;p104"/>
            <p:cNvGrpSpPr/>
            <p:nvPr/>
          </p:nvGrpSpPr>
          <p:grpSpPr>
            <a:xfrm>
              <a:off x="0" y="285750"/>
              <a:ext cx="1314600" cy="714300"/>
              <a:chOff x="0" y="0"/>
              <a:chExt cx="1314600" cy="714300"/>
            </a:xfrm>
          </p:grpSpPr>
          <p:sp>
            <p:nvSpPr>
              <p:cNvPr id="1347" name="Google Shape;1347;p104"/>
              <p:cNvSpPr/>
              <p:nvPr/>
            </p:nvSpPr>
            <p:spPr>
              <a:xfrm>
                <a:off x="0" y="0"/>
                <a:ext cx="1314600" cy="714300"/>
              </a:xfrm>
              <a:prstGeom prst="roundRect">
                <a:avLst>
                  <a:gd fmla="val 5333" name="adj"/>
                </a:avLst>
              </a:prstGeom>
              <a:solidFill>
                <a:srgbClr val="3D050B"/>
              </a:solidFill>
              <a:ln cap="flat" cmpd="sng" w="4775">
                <a:solidFill>
                  <a:srgbClr val="FFC4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8" name="Google Shape;1348;p104"/>
              <p:cNvSpPr txBox="1"/>
              <p:nvPr/>
            </p:nvSpPr>
            <p:spPr>
              <a:xfrm>
                <a:off x="95250" y="57150"/>
                <a:ext cx="11241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10">
                    <a:solidFill>
                      <a:srgbClr val="FFC490"/>
                    </a:solidFill>
                    <a:latin typeface="IBM Plex Sans"/>
                    <a:ea typeface="IBM Plex Sans"/>
                    <a:cs typeface="IBM Plex Sans"/>
                    <a:sym typeface="IBM Plex Sans"/>
                  </a:rPr>
                  <a:t>~8%</a:t>
                </a:r>
                <a:endParaRPr b="1" sz="2210">
                  <a:solidFill>
                    <a:srgbClr val="FFC490"/>
                  </a:solidFill>
                  <a:latin typeface="IBM Plex Sans"/>
                  <a:ea typeface="IBM Plex Sans"/>
                  <a:cs typeface="IBM Plex Sans"/>
                  <a:sym typeface="IBM Plex Sans"/>
                </a:endParaRPr>
              </a:p>
            </p:txBody>
          </p:sp>
          <p:sp>
            <p:nvSpPr>
              <p:cNvPr id="1349" name="Google Shape;1349;p104"/>
              <p:cNvSpPr txBox="1"/>
              <p:nvPr/>
            </p:nvSpPr>
            <p:spPr>
              <a:xfrm>
                <a:off x="95250" y="400050"/>
                <a:ext cx="112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86">
                    <a:solidFill>
                      <a:srgbClr val="F1F5F8"/>
                    </a:solidFill>
                    <a:latin typeface="IBM Plex Sans"/>
                    <a:ea typeface="IBM Plex Sans"/>
                    <a:cs typeface="IBM Plex Sans"/>
                    <a:sym typeface="IBM Plex Sans"/>
                  </a:rPr>
                  <a:t>Town-only model price variation explained</a:t>
                </a:r>
                <a:endParaRPr b="0" sz="786">
                  <a:solidFill>
                    <a:srgbClr val="F1F5F8"/>
                  </a:solidFill>
                  <a:latin typeface="IBM Plex Sans"/>
                  <a:ea typeface="IBM Plex Sans"/>
                  <a:cs typeface="IBM Plex Sans"/>
                  <a:sym typeface="IBM Plex Sans"/>
                </a:endParaRPr>
              </a:p>
            </p:txBody>
          </p:sp>
        </p:grpSp>
        <p:grpSp>
          <p:nvGrpSpPr>
            <p:cNvPr id="1350" name="Google Shape;1350;p104"/>
            <p:cNvGrpSpPr/>
            <p:nvPr/>
          </p:nvGrpSpPr>
          <p:grpSpPr>
            <a:xfrm>
              <a:off x="1428750" y="285750"/>
              <a:ext cx="1314600" cy="714300"/>
              <a:chOff x="0" y="0"/>
              <a:chExt cx="1314600" cy="714300"/>
            </a:xfrm>
          </p:grpSpPr>
          <p:sp>
            <p:nvSpPr>
              <p:cNvPr id="1351" name="Google Shape;1351;p104"/>
              <p:cNvSpPr/>
              <p:nvPr/>
            </p:nvSpPr>
            <p:spPr>
              <a:xfrm>
                <a:off x="0" y="0"/>
                <a:ext cx="1314600" cy="714300"/>
              </a:xfrm>
              <a:prstGeom prst="roundRect">
                <a:avLst>
                  <a:gd fmla="val 5333" name="adj"/>
                </a:avLst>
              </a:prstGeom>
              <a:solidFill>
                <a:srgbClr val="3D050B"/>
              </a:solidFill>
              <a:ln cap="flat" cmpd="sng" w="4775">
                <a:solidFill>
                  <a:srgbClr val="FFC4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2" name="Google Shape;1352;p104"/>
              <p:cNvSpPr txBox="1"/>
              <p:nvPr/>
            </p:nvSpPr>
            <p:spPr>
              <a:xfrm>
                <a:off x="95250" y="57150"/>
                <a:ext cx="1124100" cy="362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210">
                    <a:solidFill>
                      <a:srgbClr val="FFC490"/>
                    </a:solidFill>
                    <a:latin typeface="IBM Plex Sans"/>
                    <a:ea typeface="IBM Plex Sans"/>
                    <a:cs typeface="IBM Plex Sans"/>
                    <a:sym typeface="IBM Plex Sans"/>
                  </a:rPr>
                  <a:t>~91%</a:t>
                </a:r>
                <a:endParaRPr b="1" sz="2210">
                  <a:solidFill>
                    <a:srgbClr val="FFC490"/>
                  </a:solidFill>
                  <a:latin typeface="IBM Plex Sans"/>
                  <a:ea typeface="IBM Plex Sans"/>
                  <a:cs typeface="IBM Plex Sans"/>
                  <a:sym typeface="IBM Plex Sans"/>
                </a:endParaRPr>
              </a:p>
            </p:txBody>
          </p:sp>
          <p:sp>
            <p:nvSpPr>
              <p:cNvPr id="1353" name="Google Shape;1353;p104"/>
              <p:cNvSpPr txBox="1"/>
              <p:nvPr/>
            </p:nvSpPr>
            <p:spPr>
              <a:xfrm>
                <a:off x="95250" y="400050"/>
                <a:ext cx="112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86">
                    <a:solidFill>
                      <a:srgbClr val="F1F5F8"/>
                    </a:solidFill>
                    <a:latin typeface="IBM Plex Sans"/>
                    <a:ea typeface="IBM Plex Sans"/>
                    <a:cs typeface="IBM Plex Sans"/>
                    <a:sym typeface="IBM Plex Sans"/>
                  </a:rPr>
                  <a:t>Full hedonic model price variation explained</a:t>
                </a:r>
                <a:endParaRPr b="0" sz="786">
                  <a:solidFill>
                    <a:srgbClr val="F1F5F8"/>
                  </a:solidFill>
                  <a:latin typeface="IBM Plex Sans"/>
                  <a:ea typeface="IBM Plex Sans"/>
                  <a:cs typeface="IBM Plex Sans"/>
                  <a:sym typeface="IBM Plex Sans"/>
                </a:endParaRPr>
              </a:p>
            </p:txBody>
          </p:sp>
        </p:grpSp>
        <p:sp>
          <p:nvSpPr>
            <p:cNvPr id="1354" name="Google Shape;1354;p104"/>
            <p:cNvSpPr txBox="1"/>
            <p:nvPr/>
          </p:nvSpPr>
          <p:spPr>
            <a:xfrm>
              <a:off x="0" y="1095375"/>
              <a:ext cx="27432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50">
                  <a:solidFill>
                    <a:srgbClr val="F1F5F8"/>
                  </a:solidFill>
                  <a:latin typeface="IBM Plex Sans"/>
                  <a:ea typeface="IBM Plex Sans"/>
                  <a:cs typeface="IBM Plex Sans"/>
                  <a:sym typeface="IBM Plex Sans"/>
                </a:rPr>
                <a:t>The controlled model shows that resale prices reflect several characteristics simultaneously. Some apparent town premiums become smaller after controlling for flat type, floor area, storey, remaining lease, building age and transaction year.</a:t>
              </a:r>
              <a:endParaRPr b="0" sz="950">
                <a:solidFill>
                  <a:srgbClr val="F1F5F8"/>
                </a:solidFill>
                <a:latin typeface="IBM Plex Sans"/>
                <a:ea typeface="IBM Plex Sans"/>
                <a:cs typeface="IBM Plex Sans"/>
                <a:sym typeface="IBM Plex Sans"/>
              </a:endParaRPr>
            </a:p>
          </p:txBody>
        </p:sp>
        <p:grpSp>
          <p:nvGrpSpPr>
            <p:cNvPr id="1355" name="Google Shape;1355;p104"/>
            <p:cNvGrpSpPr/>
            <p:nvPr/>
          </p:nvGrpSpPr>
          <p:grpSpPr>
            <a:xfrm>
              <a:off x="0" y="2095500"/>
              <a:ext cx="2743200" cy="1143000"/>
              <a:chOff x="0" y="0"/>
              <a:chExt cx="2743200" cy="1143000"/>
            </a:xfrm>
          </p:grpSpPr>
          <p:sp>
            <p:nvSpPr>
              <p:cNvPr id="1356" name="Google Shape;1356;p104"/>
              <p:cNvSpPr/>
              <p:nvPr/>
            </p:nvSpPr>
            <p:spPr>
              <a:xfrm>
                <a:off x="0" y="0"/>
                <a:ext cx="2743200" cy="1143000"/>
              </a:xfrm>
              <a:prstGeom prst="roundRect">
                <a:avLst>
                  <a:gd fmla="val 3333" name="adj"/>
                </a:avLst>
              </a:prstGeom>
              <a:solidFill>
                <a:srgbClr val="3D050B"/>
              </a:solidFill>
              <a:ln cap="flat" cmpd="sng" w="9525">
                <a:solidFill>
                  <a:srgbClr val="FFC49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7" name="Google Shape;1357;p104"/>
              <p:cNvSpPr txBox="1"/>
              <p:nvPr/>
            </p:nvSpPr>
            <p:spPr>
              <a:xfrm>
                <a:off x="114300" y="114300"/>
                <a:ext cx="251460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50">
                    <a:solidFill>
                      <a:srgbClr val="FFC490"/>
                    </a:solidFill>
                    <a:latin typeface="IBM Plex Sans"/>
                    <a:ea typeface="IBM Plex Sans"/>
                    <a:cs typeface="IBM Plex Sans"/>
                    <a:sym typeface="IBM Plex Sans"/>
                  </a:rPr>
                  <a:t>Key Takeaway: </a:t>
                </a:r>
                <a:r>
                  <a:rPr b="0" lang="en" sz="1050">
                    <a:solidFill>
                      <a:srgbClr val="F1F5F8"/>
                    </a:solidFill>
                    <a:latin typeface="IBM Plex Sans"/>
                    <a:ea typeface="IBM Plex Sans"/>
                    <a:cs typeface="IBM Plex Sans"/>
                    <a:sym typeface="IBM Plex Sans"/>
                  </a:rPr>
                  <a:t>Singapore HDB resale prices are associated with both location and property characteristics, while broader market conditions also contribute to changes over time.</a:t>
                </a:r>
                <a:endParaRPr b="1" sz="1050">
                  <a:solidFill>
                    <a:srgbClr val="FFC490"/>
                  </a:solidFill>
                  <a:latin typeface="IBM Plex Sans"/>
                  <a:ea typeface="IBM Plex Sans"/>
                  <a:cs typeface="IBM Plex Sans"/>
                  <a:sym typeface="IBM Plex Sans"/>
                </a:endParaRPr>
              </a:p>
            </p:txBody>
          </p:sp>
        </p:grpSp>
        <p:sp>
          <p:nvSpPr>
            <p:cNvPr id="1358" name="Google Shape;1358;p104"/>
            <p:cNvSpPr txBox="1"/>
            <p:nvPr/>
          </p:nvSpPr>
          <p:spPr>
            <a:xfrm>
              <a:off x="0" y="3381375"/>
              <a:ext cx="27432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786">
                  <a:solidFill>
                    <a:srgbClr val="F1F5F8"/>
                  </a:solidFill>
                  <a:latin typeface="IBM Plex Sans"/>
                  <a:ea typeface="IBM Plex Sans"/>
                  <a:cs typeface="IBM Plex Sans"/>
                  <a:sym typeface="IBM Plex Sans"/>
                </a:rPr>
                <a:t>Limitation Note: The results show statistical associations and should not be interpreted as proof of causation.</a:t>
              </a:r>
              <a:endParaRPr b="0" i="1" sz="786">
                <a:solidFill>
                  <a:srgbClr val="F1F5F8"/>
                </a:solidFill>
                <a:latin typeface="IBM Plex Sans"/>
                <a:ea typeface="IBM Plex Sans"/>
                <a:cs typeface="IBM Plex Sans"/>
                <a:sym typeface="IBM Plex San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Competitive Analysis">
  <a:themeElements>
    <a:clrScheme name="Simple Light">
      <a:dk1>
        <a:srgbClr val="F1F5F8"/>
      </a:dk1>
      <a:lt1>
        <a:srgbClr val="49070E"/>
      </a:lt1>
      <a:dk2>
        <a:srgbClr val="F8E4DC"/>
      </a:dk2>
      <a:lt2>
        <a:srgbClr val="F2631F"/>
      </a:lt2>
      <a:accent1>
        <a:srgbClr val="FFC490"/>
      </a:accent1>
      <a:accent2>
        <a:srgbClr val="913700"/>
      </a:accent2>
      <a:accent3>
        <a:srgbClr val="EACFC3"/>
      </a:accent3>
      <a:accent4>
        <a:srgbClr val="AB3F23"/>
      </a:accent4>
      <a:accent5>
        <a:srgbClr val="681227"/>
      </a:accent5>
      <a:accent6>
        <a:srgbClr val="EE732D"/>
      </a:accent6>
      <a:hlink>
        <a:srgbClr val="C251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mpetitive Analysis">
  <a:themeElements>
    <a:clrScheme name="Simple Light">
      <a:dk1>
        <a:srgbClr val="F1F5F8"/>
      </a:dk1>
      <a:lt1>
        <a:srgbClr val="49070E"/>
      </a:lt1>
      <a:dk2>
        <a:srgbClr val="F8E4DC"/>
      </a:dk2>
      <a:lt2>
        <a:srgbClr val="F2631F"/>
      </a:lt2>
      <a:accent1>
        <a:srgbClr val="FFC490"/>
      </a:accent1>
      <a:accent2>
        <a:srgbClr val="913700"/>
      </a:accent2>
      <a:accent3>
        <a:srgbClr val="EACFC3"/>
      </a:accent3>
      <a:accent4>
        <a:srgbClr val="AB3F23"/>
      </a:accent4>
      <a:accent5>
        <a:srgbClr val="681227"/>
      </a:accent5>
      <a:accent6>
        <a:srgbClr val="EE732D"/>
      </a:accent6>
      <a:hlink>
        <a:srgbClr val="C251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